
<file path=[Content_Types].xml><?xml version="1.0" encoding="utf-8"?>
<Types xmlns="http://schemas.openxmlformats.org/package/2006/content-types">
  <Default Extension="jpeg" ContentType="image/jpeg"/>
  <Default Extension="jpg" ContentType="image/jpeg"/>
  <Default Extension="m4a" ContentType="audio/mp4"/>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tags/tag7.xml" ContentType="application/vnd.openxmlformats-officedocument.presentationml.tags+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60" r:id="rId2"/>
    <p:sldId id="262" r:id="rId3"/>
    <p:sldId id="266" r:id="rId4"/>
    <p:sldId id="267" r:id="rId5"/>
    <p:sldId id="257" r:id="rId6"/>
    <p:sldId id="264" r:id="rId7"/>
    <p:sldId id="263" r:id="rId8"/>
    <p:sldId id="265"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471"/>
    <p:restoredTop sz="70023"/>
  </p:normalViewPr>
  <p:slideViewPr>
    <p:cSldViewPr snapToGrid="0">
      <p:cViewPr varScale="1">
        <p:scale>
          <a:sx n="93" d="100"/>
          <a:sy n="93" d="100"/>
        </p:scale>
        <p:origin x="1848" y="4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31783A-BCE9-2C41-8B54-A83B86585E8F}" type="datetimeFigureOut">
              <a:rPr lang="en-US" smtClean="0"/>
              <a:t>12/17/25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B469C16-7955-B245-9D67-23F5C9A01853}" type="slidenum">
              <a:rPr lang="en-US" smtClean="0"/>
              <a:t>‹#›</a:t>
            </a:fld>
            <a:endParaRPr lang="en-US"/>
          </a:p>
        </p:txBody>
      </p:sp>
    </p:spTree>
    <p:extLst>
      <p:ext uri="{BB962C8B-B14F-4D97-AF65-F5344CB8AC3E}">
        <p14:creationId xmlns:p14="http://schemas.microsoft.com/office/powerpoint/2010/main" val="1171269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rtl="0">
              <a:buNone/>
            </a:pPr>
            <a:r>
              <a:rPr lang="en-US" sz="1200" b="0" i="0" u="none" strike="noStrike" dirty="0">
                <a:solidFill>
                  <a:srgbClr val="000000"/>
                </a:solidFill>
                <a:effectLst/>
                <a:latin typeface="Arial" panose="020B0604020202020204" pitchFamily="34" charset="0"/>
              </a:rPr>
              <a:t>Hi there and welcome to our study!</a:t>
            </a:r>
            <a:endParaRPr lang="en-US" dirty="0">
              <a:effectLst/>
            </a:endParaRPr>
          </a:p>
          <a:p>
            <a:pPr marL="457200" rtl="0">
              <a:buNone/>
            </a:pPr>
            <a:endParaRPr lang="en-US" sz="1200" b="0" i="0" u="none" strike="noStrike" dirty="0">
              <a:solidFill>
                <a:srgbClr val="000000"/>
              </a:solidFill>
              <a:effectLst/>
              <a:latin typeface="Arial" panose="020B0604020202020204" pitchFamily="34" charset="0"/>
            </a:endParaRPr>
          </a:p>
          <a:p>
            <a:pPr marL="457200" rtl="0">
              <a:buNone/>
            </a:pPr>
            <a:r>
              <a:rPr lang="en-US" sz="1200" b="0" i="0" u="none" strike="noStrike" dirty="0">
                <a:solidFill>
                  <a:srgbClr val="000000"/>
                </a:solidFill>
                <a:effectLst/>
                <a:latin typeface="Arial" panose="020B0604020202020204" pitchFamily="34" charset="0"/>
              </a:rPr>
              <a:t>In this study, we are interested in what babies do when they see themselves and other babies on the screen.</a:t>
            </a:r>
          </a:p>
          <a:p>
            <a:pPr marL="457200" rtl="0">
              <a:buNone/>
            </a:pPr>
            <a:endParaRPr lang="en-US" sz="1200" b="0" i="0" u="none" strike="noStrike" dirty="0">
              <a:solidFill>
                <a:srgbClr val="000000"/>
              </a:solidFill>
              <a:effectLst/>
              <a:latin typeface="Arial" panose="020B0604020202020204" pitchFamily="34" charset="0"/>
            </a:endParaRPr>
          </a:p>
          <a:p>
            <a:pPr marL="457200" rtl="0">
              <a:buNone/>
            </a:pPr>
            <a:r>
              <a:rPr lang="en-US" sz="1200" b="0" i="0" u="none" strike="noStrike" dirty="0">
                <a:solidFill>
                  <a:srgbClr val="000000"/>
                </a:solidFill>
                <a:effectLst/>
                <a:latin typeface="Arial" panose="020B0604020202020204" pitchFamily="34" charset="0"/>
              </a:rPr>
              <a:t>Before you start, we encourage you to complete this study using either SAFARI or GOOGLE CHROME. If you prefer using other browsers, that’s okay too, just note that the study content might not run smoothly. If needed, feel free to close the study and restart it once you‘ve switched over to your preferred browser.</a:t>
            </a:r>
          </a:p>
          <a:p>
            <a:pPr marL="457200" rtl="0">
              <a:buNone/>
            </a:pPr>
            <a:endParaRPr lang="en-US" sz="1200" b="0" i="0" u="none" strike="noStrike" dirty="0">
              <a:solidFill>
                <a:srgbClr val="000000"/>
              </a:solidFill>
              <a:effectLst/>
              <a:latin typeface="Arial" panose="020B0604020202020204" pitchFamily="34" charset="0"/>
            </a:endParaRPr>
          </a:p>
          <a:p>
            <a:pPr marL="457200" rtl="0">
              <a:buNone/>
            </a:pPr>
            <a:r>
              <a:rPr lang="en-US" sz="1200" b="0" i="0" u="none" strike="noStrike" dirty="0">
                <a:solidFill>
                  <a:srgbClr val="000000"/>
                </a:solidFill>
                <a:effectLst/>
                <a:latin typeface="Arial" panose="020B0604020202020204" pitchFamily="34" charset="0"/>
              </a:rPr>
              <a:t>Okay! Let me walk you through what’s going to happen.</a:t>
            </a:r>
            <a:endParaRPr lang="en-US" dirty="0">
              <a:effectLst/>
            </a:endParaRPr>
          </a:p>
          <a:p>
            <a:pPr marL="457200" rtl="0">
              <a:buNone/>
            </a:pPr>
            <a:endParaRPr lang="en-US" dirty="0"/>
          </a:p>
        </p:txBody>
      </p:sp>
      <p:sp>
        <p:nvSpPr>
          <p:cNvPr id="4" name="Slide Number Placeholder 3"/>
          <p:cNvSpPr>
            <a:spLocks noGrp="1"/>
          </p:cNvSpPr>
          <p:nvPr>
            <p:ph type="sldNum" sz="quarter" idx="5"/>
          </p:nvPr>
        </p:nvSpPr>
        <p:spPr/>
        <p:txBody>
          <a:bodyPr/>
          <a:lstStyle/>
          <a:p>
            <a:fld id="{9B469C16-7955-B245-9D67-23F5C9A01853}" type="slidenum">
              <a:rPr lang="en-US" smtClean="0"/>
              <a:t>1</a:t>
            </a:fld>
            <a:endParaRPr lang="en-US"/>
          </a:p>
        </p:txBody>
      </p:sp>
    </p:spTree>
    <p:extLst>
      <p:ext uri="{BB962C8B-B14F-4D97-AF65-F5344CB8AC3E}">
        <p14:creationId xmlns:p14="http://schemas.microsoft.com/office/powerpoint/2010/main" val="15194316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rPr>
              <a:t>First, your child will see an exciting jumping dot moving around the screen; it’s called an attention-getter, because we use it to get your child to attend to the screen.</a:t>
            </a:r>
            <a:endParaRPr lang="en-US" dirty="0">
              <a:effectLst/>
            </a:endParaRPr>
          </a:p>
        </p:txBody>
      </p:sp>
      <p:sp>
        <p:nvSpPr>
          <p:cNvPr id="4" name="Slide Number Placeholder 3"/>
          <p:cNvSpPr>
            <a:spLocks noGrp="1"/>
          </p:cNvSpPr>
          <p:nvPr>
            <p:ph type="sldNum" sz="quarter" idx="5"/>
          </p:nvPr>
        </p:nvSpPr>
        <p:spPr/>
        <p:txBody>
          <a:bodyPr/>
          <a:lstStyle/>
          <a:p>
            <a:fld id="{9B469C16-7955-B245-9D67-23F5C9A01853}" type="slidenum">
              <a:rPr lang="en-US" smtClean="0"/>
              <a:t>2</a:t>
            </a:fld>
            <a:endParaRPr lang="en-US"/>
          </a:p>
        </p:txBody>
      </p:sp>
    </p:spTree>
    <p:extLst>
      <p:ext uri="{BB962C8B-B14F-4D97-AF65-F5344CB8AC3E}">
        <p14:creationId xmlns:p14="http://schemas.microsoft.com/office/powerpoint/2010/main" val="753015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CBCA3-8092-7823-3E2F-AA9D70821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399F2A-EC46-64DA-CEE1-18C2FA2BFB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4AFB4E-28EC-E22B-97BC-A8AEDCE921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rPr>
              <a:t>Then, for the next 3 minutes, your child will see a video of ANOTHER baby who’s sitting in front of the screen, just like your child. Your child will see this video for 3 minutes, with some music playing in the background.</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0" i="0" u="none" strike="noStrike" dirty="0">
                <a:solidFill>
                  <a:srgbClr val="000000"/>
                </a:solidFill>
                <a:effectLst/>
                <a:latin typeface="Arial" panose="020B0604020202020204" pitchFamily="34" charset="0"/>
              </a:rPr>
            </a:br>
            <a:r>
              <a:rPr lang="en-US" sz="1200" b="0" i="0" u="none" strike="noStrike" dirty="0">
                <a:solidFill>
                  <a:srgbClr val="000000"/>
                </a:solidFill>
                <a:effectLst/>
                <a:latin typeface="Arial" panose="020B0604020202020204" pitchFamily="34" charset="0"/>
              </a:rPr>
              <a:t>After 3 minutes, the image on the screen will change to a live webcam feed, so that your child will see THEMSELVES on the screen. Your child will then see themselves for 3 minutes while the music keeps playing.</a:t>
            </a:r>
          </a:p>
          <a:p>
            <a:pPr marL="0" marR="0" lvl="0" indent="0" algn="l" defTabSz="914400" rtl="0" eaLnBrk="1" fontAlgn="auto" latinLnBrk="0" hangingPunct="1">
              <a:lnSpc>
                <a:spcPct val="100000"/>
              </a:lnSpc>
              <a:spcBef>
                <a:spcPts val="0"/>
              </a:spcBef>
              <a:spcAft>
                <a:spcPts val="0"/>
              </a:spcAft>
              <a:buClrTx/>
              <a:buSzTx/>
              <a:buFontTx/>
              <a:buNone/>
              <a:tabLst/>
              <a:defRPr/>
            </a:pPr>
            <a:br>
              <a:rPr lang="en-US" sz="1200" b="0" i="0" u="none" strike="noStrike" dirty="0">
                <a:solidFill>
                  <a:srgbClr val="000000"/>
                </a:solidFill>
                <a:effectLst/>
                <a:latin typeface="Arial" panose="020B0604020202020204" pitchFamily="34" charset="0"/>
              </a:rPr>
            </a:br>
            <a:r>
              <a:rPr lang="en-US" sz="1200" b="0" i="0" u="none" strike="noStrike" dirty="0">
                <a:solidFill>
                  <a:srgbClr val="000000"/>
                </a:solidFill>
                <a:effectLst/>
                <a:latin typeface="Arial" panose="020B0604020202020204" pitchFamily="34" charset="0"/>
              </a:rPr>
              <a:t>After these 3 minutes the video on the screen will stop right as the music ends. That’s really all you and your child will do in this study, super simple!</a:t>
            </a:r>
            <a:endParaRPr lang="en-US" dirty="0">
              <a:effectLst/>
            </a:endParaRPr>
          </a:p>
        </p:txBody>
      </p:sp>
      <p:sp>
        <p:nvSpPr>
          <p:cNvPr id="4" name="Slide Number Placeholder 3">
            <a:extLst>
              <a:ext uri="{FF2B5EF4-FFF2-40B4-BE49-F238E27FC236}">
                <a16:creationId xmlns:a16="http://schemas.microsoft.com/office/drawing/2014/main" id="{02CD329B-AF6B-4CC9-2F88-94AEB95604C1}"/>
              </a:ext>
            </a:extLst>
          </p:cNvPr>
          <p:cNvSpPr>
            <a:spLocks noGrp="1"/>
          </p:cNvSpPr>
          <p:nvPr>
            <p:ph type="sldNum" sz="quarter" idx="5"/>
          </p:nvPr>
        </p:nvSpPr>
        <p:spPr/>
        <p:txBody>
          <a:bodyPr/>
          <a:lstStyle/>
          <a:p>
            <a:fld id="{9B469C16-7955-B245-9D67-23F5C9A01853}" type="slidenum">
              <a:rPr lang="en-US" smtClean="0"/>
              <a:t>3</a:t>
            </a:fld>
            <a:endParaRPr lang="en-US"/>
          </a:p>
        </p:txBody>
      </p:sp>
    </p:spTree>
    <p:extLst>
      <p:ext uri="{BB962C8B-B14F-4D97-AF65-F5344CB8AC3E}">
        <p14:creationId xmlns:p14="http://schemas.microsoft.com/office/powerpoint/2010/main" val="25866947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68481C-6A5B-F9B4-488E-F8070BAFDB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D3EDC6-759C-9B9E-3C52-DFCB4D4155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3C424A-3994-256E-041D-75E82349C7D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Arial" panose="020B0604020202020204" pitchFamily="34" charset="0"/>
              </a:rPr>
              <a:t>At the very end, we will ask you a few quick questions to close out the study.</a:t>
            </a:r>
            <a:endParaRPr lang="en-US" dirty="0">
              <a:effectLst/>
            </a:endParaRPr>
          </a:p>
        </p:txBody>
      </p:sp>
      <p:sp>
        <p:nvSpPr>
          <p:cNvPr id="4" name="Slide Number Placeholder 3">
            <a:extLst>
              <a:ext uri="{FF2B5EF4-FFF2-40B4-BE49-F238E27FC236}">
                <a16:creationId xmlns:a16="http://schemas.microsoft.com/office/drawing/2014/main" id="{8185F238-DE24-F339-D663-B9056B789D61}"/>
              </a:ext>
            </a:extLst>
          </p:cNvPr>
          <p:cNvSpPr>
            <a:spLocks noGrp="1"/>
          </p:cNvSpPr>
          <p:nvPr>
            <p:ph type="sldNum" sz="quarter" idx="5"/>
          </p:nvPr>
        </p:nvSpPr>
        <p:spPr/>
        <p:txBody>
          <a:bodyPr/>
          <a:lstStyle/>
          <a:p>
            <a:fld id="{9B469C16-7955-B245-9D67-23F5C9A01853}" type="slidenum">
              <a:rPr lang="en-US" smtClean="0"/>
              <a:t>4</a:t>
            </a:fld>
            <a:endParaRPr lang="en-US"/>
          </a:p>
        </p:txBody>
      </p:sp>
    </p:spTree>
    <p:extLst>
      <p:ext uri="{BB962C8B-B14F-4D97-AF65-F5344CB8AC3E}">
        <p14:creationId xmlns:p14="http://schemas.microsoft.com/office/powerpoint/2010/main" val="27348038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457200" rtl="0">
              <a:buNone/>
            </a:pPr>
            <a:r>
              <a:rPr lang="en-US" sz="1800" b="0" i="0" u="none" strike="noStrike" dirty="0">
                <a:solidFill>
                  <a:srgbClr val="000000"/>
                </a:solidFill>
                <a:effectLst/>
                <a:latin typeface="Arial" panose="020B0604020202020204" pitchFamily="34" charset="0"/>
              </a:rPr>
              <a:t>During the study, there are a few important things to keep in mind:</a:t>
            </a:r>
            <a:endParaRPr lang="en-US" dirty="0">
              <a:effectLst/>
            </a:endParaRPr>
          </a:p>
          <a:p>
            <a:pPr marL="457200" rtl="0">
              <a:buNone/>
            </a:pPr>
            <a:br>
              <a:rPr lang="en-US" dirty="0"/>
            </a:br>
            <a:r>
              <a:rPr lang="en-US" sz="1800" b="0" i="0" u="none" strike="noStrike" dirty="0">
                <a:solidFill>
                  <a:srgbClr val="000000"/>
                </a:solidFill>
                <a:effectLst/>
                <a:latin typeface="Arial" panose="020B0604020202020204" pitchFamily="34" charset="0"/>
              </a:rPr>
              <a:t>First, please find a quiet place to complete the study, away from other interesting things.</a:t>
            </a:r>
          </a:p>
          <a:p>
            <a:pPr marL="457200" rtl="0">
              <a:buNone/>
            </a:pPr>
            <a:endParaRPr lang="en-US" sz="1800" b="0" i="0" u="none" strike="noStrike" dirty="0">
              <a:solidFill>
                <a:srgbClr val="000000"/>
              </a:solidFill>
              <a:effectLst/>
              <a:latin typeface="Arial" panose="020B0604020202020204" pitchFamily="34" charset="0"/>
            </a:endParaRPr>
          </a:p>
          <a:p>
            <a:pPr marL="457200" rtl="0">
              <a:buNone/>
            </a:pPr>
            <a:r>
              <a:rPr lang="en-US" sz="1800" b="0" i="0" u="none" strike="noStrike" dirty="0">
                <a:solidFill>
                  <a:srgbClr val="000000"/>
                </a:solidFill>
                <a:effectLst/>
                <a:latin typeface="Arial" panose="020B0604020202020204" pitchFamily="34" charset="0"/>
              </a:rPr>
              <a:t>Make sure your webcam is centered on the screen.</a:t>
            </a:r>
          </a:p>
          <a:p>
            <a:pPr marL="457200" rtl="0">
              <a:buNone/>
            </a:pPr>
            <a:endParaRPr lang="en-US" sz="1800" b="0" i="0" u="none" strike="noStrike" dirty="0">
              <a:solidFill>
                <a:srgbClr val="000000"/>
              </a:solidFill>
              <a:effectLst/>
              <a:latin typeface="Arial" panose="020B0604020202020204" pitchFamily="34" charset="0"/>
            </a:endParaRPr>
          </a:p>
          <a:p>
            <a:pPr marL="457200" rtl="0">
              <a:buNone/>
            </a:pPr>
            <a:r>
              <a:rPr lang="en-US" sz="1800" b="0" i="0" u="none" strike="noStrike" dirty="0">
                <a:solidFill>
                  <a:srgbClr val="000000"/>
                </a:solidFill>
                <a:effectLst/>
                <a:latin typeface="Arial" panose="020B0604020202020204" pitchFamily="34" charset="0"/>
              </a:rPr>
              <a:t>Also, if your setup has more than one monitor, please make sure to use only ONE. </a:t>
            </a:r>
            <a:endParaRPr lang="en-US" dirty="0">
              <a:effectLst/>
            </a:endParaRPr>
          </a:p>
        </p:txBody>
      </p:sp>
      <p:sp>
        <p:nvSpPr>
          <p:cNvPr id="4" name="Slide Number Placeholder 3"/>
          <p:cNvSpPr>
            <a:spLocks noGrp="1"/>
          </p:cNvSpPr>
          <p:nvPr>
            <p:ph type="sldNum" sz="quarter" idx="5"/>
          </p:nvPr>
        </p:nvSpPr>
        <p:spPr/>
        <p:txBody>
          <a:bodyPr/>
          <a:lstStyle/>
          <a:p>
            <a:fld id="{9B469C16-7955-B245-9D67-23F5C9A01853}" type="slidenum">
              <a:rPr lang="en-US" smtClean="0"/>
              <a:t>5</a:t>
            </a:fld>
            <a:endParaRPr lang="en-US"/>
          </a:p>
        </p:txBody>
      </p:sp>
    </p:spTree>
    <p:extLst>
      <p:ext uri="{BB962C8B-B14F-4D97-AF65-F5344CB8AC3E}">
        <p14:creationId xmlns:p14="http://schemas.microsoft.com/office/powerpoint/2010/main" val="7971980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852A82-6524-9F16-D806-AE83D74018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A781A1-888F-5381-E32E-2119FD04DD8D}"/>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EA2DF9-F4CD-B8C7-3CEA-4547AC3A35FA}"/>
              </a:ext>
            </a:extLst>
          </p:cNvPr>
          <p:cNvSpPr>
            <a:spLocks noGrp="1"/>
          </p:cNvSpPr>
          <p:nvPr>
            <p:ph type="body" idx="1"/>
          </p:nvPr>
        </p:nvSpPr>
        <p:spPr/>
        <p:txBody>
          <a:bodyPr/>
          <a:lstStyle/>
          <a:p>
            <a:pPr marL="457200" rtl="0">
              <a:buNone/>
            </a:pPr>
            <a:r>
              <a:rPr lang="en-US" sz="1800" b="0" i="0" u="none" strike="noStrike" dirty="0">
                <a:solidFill>
                  <a:srgbClr val="000000"/>
                </a:solidFill>
                <a:effectLst/>
                <a:latin typeface="Arial" panose="020B0604020202020204" pitchFamily="34" charset="0"/>
              </a:rPr>
              <a:t>Second, please let your child be. Once the live video feed starts, it is very important that you avoid interacting with your child or telling them what to do – we want to observe what your child does on their own.</a:t>
            </a:r>
          </a:p>
          <a:p>
            <a:pPr marL="457200" rtl="0">
              <a:buNone/>
            </a:pPr>
            <a:endParaRPr lang="en-US" sz="1800" b="0" i="0" u="none" strike="noStrike" dirty="0">
              <a:solidFill>
                <a:srgbClr val="000000"/>
              </a:solidFill>
              <a:effectLst/>
              <a:latin typeface="Arial" panose="020B0604020202020204" pitchFamily="34" charset="0"/>
            </a:endParaRPr>
          </a:p>
          <a:p>
            <a:pPr marL="457200" rtl="0">
              <a:buNone/>
            </a:pPr>
            <a:r>
              <a:rPr lang="en-US" sz="1800" b="0" i="0" u="none" strike="noStrike" dirty="0">
                <a:solidFill>
                  <a:srgbClr val="000000"/>
                </a:solidFill>
                <a:effectLst/>
                <a:latin typeface="Arial" panose="020B0604020202020204" pitchFamily="34" charset="0"/>
              </a:rPr>
              <a:t>If your child looks at you, you can smile and nod, but please don’t talk or point to the screen or try to change their behavior in any way.</a:t>
            </a:r>
            <a:endParaRPr lang="en-US" dirty="0">
              <a:effectLst/>
            </a:endParaRPr>
          </a:p>
        </p:txBody>
      </p:sp>
      <p:sp>
        <p:nvSpPr>
          <p:cNvPr id="4" name="Slide Number Placeholder 3">
            <a:extLst>
              <a:ext uri="{FF2B5EF4-FFF2-40B4-BE49-F238E27FC236}">
                <a16:creationId xmlns:a16="http://schemas.microsoft.com/office/drawing/2014/main" id="{90558276-B2D9-D720-CC88-F12585553A77}"/>
              </a:ext>
            </a:extLst>
          </p:cNvPr>
          <p:cNvSpPr>
            <a:spLocks noGrp="1"/>
          </p:cNvSpPr>
          <p:nvPr>
            <p:ph type="sldNum" sz="quarter" idx="5"/>
          </p:nvPr>
        </p:nvSpPr>
        <p:spPr/>
        <p:txBody>
          <a:bodyPr/>
          <a:lstStyle/>
          <a:p>
            <a:fld id="{9B469C16-7955-B245-9D67-23F5C9A01853}" type="slidenum">
              <a:rPr lang="en-US" smtClean="0"/>
              <a:t>6</a:t>
            </a:fld>
            <a:endParaRPr lang="en-US"/>
          </a:p>
        </p:txBody>
      </p:sp>
    </p:spTree>
    <p:extLst>
      <p:ext uri="{BB962C8B-B14F-4D97-AF65-F5344CB8AC3E}">
        <p14:creationId xmlns:p14="http://schemas.microsoft.com/office/powerpoint/2010/main" val="28311163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3D320-9492-AA91-AA7A-6E13B81C96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EF6B7E-6AB9-6B0E-CAA7-FBDCEE1FF1D8}"/>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ED90791D-E7EF-49DF-B86D-1FDC574EB9C3}"/>
              </a:ext>
            </a:extLst>
          </p:cNvPr>
          <p:cNvSpPr>
            <a:spLocks noGrp="1"/>
          </p:cNvSpPr>
          <p:nvPr>
            <p:ph type="body" idx="1"/>
          </p:nvPr>
        </p:nvSpPr>
        <p:spPr/>
        <p:txBody>
          <a:bodyPr/>
          <a:lstStyle/>
          <a:p>
            <a:pPr marL="457200" rtl="0">
              <a:buNone/>
            </a:pPr>
            <a:r>
              <a:rPr lang="en-US" sz="1800" b="0" i="0" u="none" strike="noStrike" dirty="0">
                <a:solidFill>
                  <a:srgbClr val="000000"/>
                </a:solidFill>
                <a:effectLst/>
                <a:latin typeface="Arial" panose="020B0604020202020204" pitchFamily="34" charset="0"/>
              </a:rPr>
              <a:t>Third, please make sure that the </a:t>
            </a:r>
            <a:r>
              <a:rPr lang="en-US" sz="1800" b="1" i="0" u="none" strike="noStrike" dirty="0">
                <a:solidFill>
                  <a:srgbClr val="000000"/>
                </a:solidFill>
                <a:effectLst/>
                <a:latin typeface="Arial" panose="020B0604020202020204" pitchFamily="34" charset="0"/>
              </a:rPr>
              <a:t>only face on the screen is your child’s face</a:t>
            </a:r>
            <a:r>
              <a:rPr lang="en-US" sz="1800" b="0" i="0" u="none" strike="noStrike" dirty="0">
                <a:solidFill>
                  <a:srgbClr val="000000"/>
                </a:solidFill>
                <a:effectLst/>
                <a:latin typeface="Arial" panose="020B0604020202020204" pitchFamily="34" charset="0"/>
              </a:rPr>
              <a:t>. This means you or any other family members should stay out of the camera’s view</a:t>
            </a:r>
          </a:p>
          <a:p>
            <a:pPr marL="457200" rtl="0">
              <a:buNone/>
            </a:pPr>
            <a:endParaRPr lang="en-US" sz="1800" b="0" i="0" u="none" strike="noStrike" dirty="0">
              <a:solidFill>
                <a:srgbClr val="000000"/>
              </a:solidFill>
              <a:effectLst/>
              <a:latin typeface="Arial" panose="020B0604020202020204" pitchFamily="34" charset="0"/>
            </a:endParaRPr>
          </a:p>
          <a:p>
            <a:pPr marL="457200" rtl="0">
              <a:buNone/>
            </a:pPr>
            <a:r>
              <a:rPr lang="en-US" sz="1800" b="0" i="0" u="none" strike="noStrike" dirty="0">
                <a:solidFill>
                  <a:srgbClr val="000000"/>
                </a:solidFill>
                <a:effectLst/>
                <a:latin typeface="Arial" panose="020B0604020202020204" pitchFamily="34" charset="0"/>
              </a:rPr>
              <a:t>There are a few ways to do this.</a:t>
            </a:r>
          </a:p>
          <a:p>
            <a:pPr marL="457200" rtl="0">
              <a:buNone/>
            </a:pPr>
            <a:endParaRPr lang="en-US" sz="1800" b="0" i="0" u="none" strike="noStrike" dirty="0">
              <a:solidFill>
                <a:srgbClr val="000000"/>
              </a:solidFill>
              <a:effectLst/>
              <a:latin typeface="Arial" panose="020B0604020202020204" pitchFamily="34" charset="0"/>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Arial" panose="020B0604020202020204" pitchFamily="34" charset="0"/>
              </a:rPr>
              <a:t>First, if your child is old enough to sit on their own, you can have them sit in a high chair in front of the camera just like this child! (show image)</a:t>
            </a:r>
          </a:p>
          <a:p>
            <a:pPr marL="457200" rtl="0">
              <a:buNone/>
            </a:pPr>
            <a:endParaRPr lang="en-US" sz="1800" b="0" i="0" u="none" strike="noStrike" dirty="0">
              <a:solidFill>
                <a:srgbClr val="000000"/>
              </a:solidFill>
              <a:effectLst/>
              <a:latin typeface="Arial" panose="020B0604020202020204" pitchFamily="34" charset="0"/>
            </a:endParaRPr>
          </a:p>
          <a:p>
            <a:pPr marL="457200" rtl="0">
              <a:buNone/>
            </a:pPr>
            <a:r>
              <a:rPr lang="en-US" sz="1800" b="0" i="0" u="none" strike="noStrike" dirty="0">
                <a:solidFill>
                  <a:srgbClr val="000000"/>
                </a:solidFill>
                <a:effectLst/>
                <a:latin typeface="Arial" panose="020B0604020202020204" pitchFamily="34" charset="0"/>
              </a:rPr>
              <a:t>Alternatively, if your child is very young, you can hold them and have them face the camera over your shoulder while YOU face away from the camera, like this child! </a:t>
            </a:r>
          </a:p>
          <a:p>
            <a:pPr marL="457200" rtl="0">
              <a:buNone/>
            </a:pPr>
            <a:endParaRPr lang="en-US" sz="1800" b="0" i="0" u="none" strike="noStrike" dirty="0">
              <a:solidFill>
                <a:srgbClr val="000000"/>
              </a:solidFill>
              <a:effectLst/>
              <a:latin typeface="Arial" panose="020B0604020202020204" pitchFamily="34" charset="0"/>
            </a:endParaRPr>
          </a:p>
          <a:p>
            <a:pPr marL="457200" rtl="0">
              <a:buNone/>
            </a:pPr>
            <a:r>
              <a:rPr lang="en-US" sz="1800" b="0" i="0" u="none" strike="noStrike" dirty="0">
                <a:solidFill>
                  <a:srgbClr val="000000"/>
                </a:solidFill>
                <a:effectLst/>
                <a:latin typeface="Arial" panose="020B0604020202020204" pitchFamily="34" charset="0"/>
              </a:rPr>
              <a:t>If you have other ideas, that’s great too! The important thing is to make sure that</a:t>
            </a:r>
            <a:r>
              <a:rPr lang="en-US" sz="1800" b="1" i="0" u="none" strike="noStrike" dirty="0">
                <a:solidFill>
                  <a:srgbClr val="000000"/>
                </a:solidFill>
                <a:effectLst/>
                <a:latin typeface="Arial" panose="020B0604020202020204" pitchFamily="34" charset="0"/>
              </a:rPr>
              <a:t> the child’s face is the only face on the screen</a:t>
            </a:r>
            <a:r>
              <a:rPr lang="en-US" sz="1800" b="0" i="0" u="none" strike="noStrike" dirty="0">
                <a:solidFill>
                  <a:srgbClr val="000000"/>
                </a:solidFill>
                <a:effectLst/>
                <a:latin typeface="Arial" panose="020B0604020202020204" pitchFamily="34" charset="0"/>
              </a:rPr>
              <a:t>.</a:t>
            </a:r>
            <a:endParaRPr lang="en-US" dirty="0">
              <a:effectLst/>
            </a:endParaRPr>
          </a:p>
          <a:p>
            <a:pPr marL="457200" rtl="0">
              <a:buNone/>
            </a:pPr>
            <a:br>
              <a:rPr lang="en-US" dirty="0"/>
            </a:br>
            <a:r>
              <a:rPr lang="en-US" dirty="0"/>
              <a:t>Lastly, </a:t>
            </a:r>
            <a:r>
              <a:rPr lang="en-US" sz="1800" b="0" i="0" u="none" strike="noStrike" dirty="0">
                <a:solidFill>
                  <a:srgbClr val="000000"/>
                </a:solidFill>
                <a:effectLst/>
                <a:latin typeface="Arial" panose="020B0604020202020204" pitchFamily="34" charset="0"/>
              </a:rPr>
              <a:t>if your child is getting too distracted or distressed at any point, you can stop the session by pressing E on your keyboard. </a:t>
            </a:r>
            <a:endParaRPr lang="en-US" dirty="0">
              <a:effectLst/>
            </a:endParaRPr>
          </a:p>
        </p:txBody>
      </p:sp>
      <p:sp>
        <p:nvSpPr>
          <p:cNvPr id="4" name="Slide Number Placeholder 3">
            <a:extLst>
              <a:ext uri="{FF2B5EF4-FFF2-40B4-BE49-F238E27FC236}">
                <a16:creationId xmlns:a16="http://schemas.microsoft.com/office/drawing/2014/main" id="{63D59BA4-5767-DCF5-F8CB-4ECA9F27CDA9}"/>
              </a:ext>
            </a:extLst>
          </p:cNvPr>
          <p:cNvSpPr>
            <a:spLocks noGrp="1"/>
          </p:cNvSpPr>
          <p:nvPr>
            <p:ph type="sldNum" sz="quarter" idx="5"/>
          </p:nvPr>
        </p:nvSpPr>
        <p:spPr/>
        <p:txBody>
          <a:bodyPr/>
          <a:lstStyle/>
          <a:p>
            <a:fld id="{9B469C16-7955-B245-9D67-23F5C9A01853}" type="slidenum">
              <a:rPr lang="en-US" smtClean="0"/>
              <a:t>7</a:t>
            </a:fld>
            <a:endParaRPr lang="en-US"/>
          </a:p>
        </p:txBody>
      </p:sp>
    </p:spTree>
    <p:extLst>
      <p:ext uri="{BB962C8B-B14F-4D97-AF65-F5344CB8AC3E}">
        <p14:creationId xmlns:p14="http://schemas.microsoft.com/office/powerpoint/2010/main" val="2288080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C13934-B22A-588F-8E6A-DE448E48E0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6DF43-BCB6-8932-9C11-0166894030A4}"/>
              </a:ext>
            </a:extLst>
          </p:cNvPr>
          <p:cNvSpPr>
            <a:spLocks noGrp="1" noRot="1" noChangeAspect="1"/>
          </p:cNvSpPr>
          <p:nvPr>
            <p:ph type="sldImg"/>
          </p:nvPr>
        </p:nvSpPr>
        <p:spPr>
          <a:xfrm>
            <a:off x="685800" y="1143000"/>
            <a:ext cx="5486400" cy="3086100"/>
          </a:xfrm>
        </p:spPr>
      </p:sp>
      <p:sp>
        <p:nvSpPr>
          <p:cNvPr id="3" name="Notes Placeholder 2">
            <a:extLst>
              <a:ext uri="{FF2B5EF4-FFF2-40B4-BE49-F238E27FC236}">
                <a16:creationId xmlns:a16="http://schemas.microsoft.com/office/drawing/2014/main" id="{A53C0855-BBAE-6004-76AD-3D8F14CFF9AA}"/>
              </a:ext>
            </a:extLst>
          </p:cNvPr>
          <p:cNvSpPr>
            <a:spLocks noGrp="1"/>
          </p:cNvSpPr>
          <p:nvPr>
            <p:ph type="body" idx="1"/>
          </p:nvPr>
        </p:nvSpPr>
        <p:spPr/>
        <p:txBody>
          <a:bodyPr/>
          <a:lstStyle/>
          <a:p>
            <a:pPr marL="457200" rtl="0">
              <a:buNone/>
            </a:pPr>
            <a:r>
              <a:rPr lang="en-US" dirty="0">
                <a:effectLst/>
              </a:rPr>
              <a:t>Alright - you’re all set! Thank you for participating, and we hope you and your child have fun!</a:t>
            </a:r>
          </a:p>
        </p:txBody>
      </p:sp>
      <p:sp>
        <p:nvSpPr>
          <p:cNvPr id="4" name="Slide Number Placeholder 3">
            <a:extLst>
              <a:ext uri="{FF2B5EF4-FFF2-40B4-BE49-F238E27FC236}">
                <a16:creationId xmlns:a16="http://schemas.microsoft.com/office/drawing/2014/main" id="{81337594-C294-3CDB-41FC-C2E28D38362A}"/>
              </a:ext>
            </a:extLst>
          </p:cNvPr>
          <p:cNvSpPr>
            <a:spLocks noGrp="1"/>
          </p:cNvSpPr>
          <p:nvPr>
            <p:ph type="sldNum" sz="quarter" idx="5"/>
          </p:nvPr>
        </p:nvSpPr>
        <p:spPr/>
        <p:txBody>
          <a:bodyPr/>
          <a:lstStyle/>
          <a:p>
            <a:fld id="{9B469C16-7955-B245-9D67-23F5C9A01853}" type="slidenum">
              <a:rPr lang="en-US" smtClean="0"/>
              <a:t>8</a:t>
            </a:fld>
            <a:endParaRPr lang="en-US"/>
          </a:p>
        </p:txBody>
      </p:sp>
    </p:spTree>
    <p:extLst>
      <p:ext uri="{BB962C8B-B14F-4D97-AF65-F5344CB8AC3E}">
        <p14:creationId xmlns:p14="http://schemas.microsoft.com/office/powerpoint/2010/main" val="28667354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A81E5-78CB-A8D8-71FA-2029C2A1B3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13CDF5A-05AA-0ACD-0F4F-2411418D198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25DC66A-9DC5-8C8F-5442-722F1657D642}"/>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5" name="Footer Placeholder 4">
            <a:extLst>
              <a:ext uri="{FF2B5EF4-FFF2-40B4-BE49-F238E27FC236}">
                <a16:creationId xmlns:a16="http://schemas.microsoft.com/office/drawing/2014/main" id="{F578B624-C088-9BCF-0DAA-A42000A815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9BEE1E-E9B5-84C4-9974-6BF54453BDB4}"/>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2718666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1E2E0-C2BC-D639-D38B-5F750067D9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FB372C9-C136-9A33-B886-D1EC2ED4AE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226A67-31C6-32AC-957D-7F09F028C8D3}"/>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5" name="Footer Placeholder 4">
            <a:extLst>
              <a:ext uri="{FF2B5EF4-FFF2-40B4-BE49-F238E27FC236}">
                <a16:creationId xmlns:a16="http://schemas.microsoft.com/office/drawing/2014/main" id="{9F1FEC23-8476-DBD4-EFEE-5708055D70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561430-BF86-C6D9-1F96-5F2C23AE4DE3}"/>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1734527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FEB1-3F9E-9D9C-FC5B-8B8B8A8B6402}"/>
              </a:ext>
            </a:extLst>
          </p:cNvPr>
          <p:cNvSpPr>
            <a:spLocks noGrp="1"/>
          </p:cNvSpPr>
          <p:nvPr>
            <p:ph type="title"/>
          </p:nvPr>
        </p:nvSpPr>
        <p:spPr>
          <a:xfrm>
            <a:off x="831852"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425335-25DE-D018-B53C-6C4028E62BA3}"/>
              </a:ext>
            </a:extLst>
          </p:cNvPr>
          <p:cNvSpPr>
            <a:spLocks noGrp="1"/>
          </p:cNvSpPr>
          <p:nvPr>
            <p:ph type="body" idx="1"/>
          </p:nvPr>
        </p:nvSpPr>
        <p:spPr>
          <a:xfrm>
            <a:off x="831852" y="4589464"/>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34A3916-B5CB-30D9-5B7F-857D21440380}"/>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5" name="Footer Placeholder 4">
            <a:extLst>
              <a:ext uri="{FF2B5EF4-FFF2-40B4-BE49-F238E27FC236}">
                <a16:creationId xmlns:a16="http://schemas.microsoft.com/office/drawing/2014/main" id="{AB1ADBB1-916E-746D-77C7-BE3F54568D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B493CB-7B7C-8E79-F752-FBF55AF84637}"/>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2217312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D6723-03D2-DC47-EBC7-883E56D1EEC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E3F00C-6652-F8DB-C76A-6378B869712E}"/>
              </a:ext>
            </a:extLst>
          </p:cNvPr>
          <p:cNvSpPr>
            <a:spLocks noGrp="1"/>
          </p:cNvSpPr>
          <p:nvPr>
            <p:ph sz="half" idx="1"/>
          </p:nvPr>
        </p:nvSpPr>
        <p:spPr>
          <a:xfrm>
            <a:off x="838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C679E5-8DCB-FA3D-9F45-42BE7A7F3130}"/>
              </a:ext>
            </a:extLst>
          </p:cNvPr>
          <p:cNvSpPr>
            <a:spLocks noGrp="1"/>
          </p:cNvSpPr>
          <p:nvPr>
            <p:ph sz="half" idx="2"/>
          </p:nvPr>
        </p:nvSpPr>
        <p:spPr>
          <a:xfrm>
            <a:off x="6172201"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ABC965F-34DF-F140-9B26-4EA5EF9B3558}"/>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6" name="Footer Placeholder 5">
            <a:extLst>
              <a:ext uri="{FF2B5EF4-FFF2-40B4-BE49-F238E27FC236}">
                <a16:creationId xmlns:a16="http://schemas.microsoft.com/office/drawing/2014/main" id="{A6655F34-5D6E-4E91-6855-F601183BC9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3C8B4C-D4D7-0FEA-C713-5AD87B08F059}"/>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17746312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1494A-6209-85AC-E52F-5F370FFB197F}"/>
              </a:ext>
            </a:extLst>
          </p:cNvPr>
          <p:cNvSpPr>
            <a:spLocks noGrp="1"/>
          </p:cNvSpPr>
          <p:nvPr>
            <p:ph type="title"/>
          </p:nvPr>
        </p:nvSpPr>
        <p:spPr>
          <a:xfrm>
            <a:off x="839789"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C18F3E0-D8E0-D0D8-896F-929DEE1D097D}"/>
              </a:ext>
            </a:extLst>
          </p:cNvPr>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87C003-3940-E944-83BC-034C546FF973}"/>
              </a:ext>
            </a:extLst>
          </p:cNvPr>
          <p:cNvSpPr>
            <a:spLocks noGrp="1"/>
          </p:cNvSpPr>
          <p:nvPr>
            <p:ph sz="half" idx="2"/>
          </p:nvPr>
        </p:nvSpPr>
        <p:spPr>
          <a:xfrm>
            <a:off x="839789" y="2505076"/>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93A200D-AF44-5E23-F2CC-6DB1A69913C7}"/>
              </a:ext>
            </a:extLst>
          </p:cNvPr>
          <p:cNvSpPr>
            <a:spLocks noGrp="1"/>
          </p:cNvSpPr>
          <p:nvPr>
            <p:ph type="body" sz="quarter" idx="3"/>
          </p:nvPr>
        </p:nvSpPr>
        <p:spPr>
          <a:xfrm>
            <a:off x="6172202"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BF664C1-DA58-5D41-6A52-495C53AF5270}"/>
              </a:ext>
            </a:extLst>
          </p:cNvPr>
          <p:cNvSpPr>
            <a:spLocks noGrp="1"/>
          </p:cNvSpPr>
          <p:nvPr>
            <p:ph sz="quarter" idx="4"/>
          </p:nvPr>
        </p:nvSpPr>
        <p:spPr>
          <a:xfrm>
            <a:off x="6172202" y="2505076"/>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9CBB33-4A5A-0CEB-BF4E-50DA4C8FCF43}"/>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8" name="Footer Placeholder 7">
            <a:extLst>
              <a:ext uri="{FF2B5EF4-FFF2-40B4-BE49-F238E27FC236}">
                <a16:creationId xmlns:a16="http://schemas.microsoft.com/office/drawing/2014/main" id="{5AA37FEC-6200-9797-922D-9ACF985897E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3D4950B-6856-BBA2-37C3-9B0A0FC9507F}"/>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1452421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EBA5D-400F-942A-8D8E-E91600E452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B02300-48CA-2323-1EAA-279BCE60A19D}"/>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4" name="Footer Placeholder 3">
            <a:extLst>
              <a:ext uri="{FF2B5EF4-FFF2-40B4-BE49-F238E27FC236}">
                <a16:creationId xmlns:a16="http://schemas.microsoft.com/office/drawing/2014/main" id="{F2DE625A-36F1-50E4-57BF-33572959155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53DEA4-F1D6-9B59-6B6C-4C4AC9109A16}"/>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3511193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60F0B5-A5DA-8425-9FCB-4F03A220FC84}"/>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3" name="Footer Placeholder 2">
            <a:extLst>
              <a:ext uri="{FF2B5EF4-FFF2-40B4-BE49-F238E27FC236}">
                <a16:creationId xmlns:a16="http://schemas.microsoft.com/office/drawing/2014/main" id="{A71B3E46-5058-8A29-033C-58B3CB5AAA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3DD6E27-938C-88E2-2CF6-FD32EEC6C2E8}"/>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6372878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7784E-911B-8D58-C25E-96A86E426DBF}"/>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0DA808E-2388-8E9C-F6C6-62775B653FEC}"/>
              </a:ext>
            </a:extLst>
          </p:cNvPr>
          <p:cNvSpPr>
            <a:spLocks noGrp="1"/>
          </p:cNvSpPr>
          <p:nvPr>
            <p:ph idx="1"/>
          </p:nvPr>
        </p:nvSpPr>
        <p:spPr>
          <a:xfrm>
            <a:off x="5183188" y="987425"/>
            <a:ext cx="6172201"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1BAE093-CDFE-80AC-8D78-F5134FC7571A}"/>
              </a:ext>
            </a:extLst>
          </p:cNvPr>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1BEC38-DBBF-BAA5-D6BE-377436420D73}"/>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6" name="Footer Placeholder 5">
            <a:extLst>
              <a:ext uri="{FF2B5EF4-FFF2-40B4-BE49-F238E27FC236}">
                <a16:creationId xmlns:a16="http://schemas.microsoft.com/office/drawing/2014/main" id="{5C23BE36-593F-A26F-D380-85D4AD5E88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84546B-E3F3-4EB1-20D5-59DAE89C19E2}"/>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24045696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3B471-8833-1CCB-BCA8-35187168B1CE}"/>
              </a:ext>
            </a:extLst>
          </p:cNvPr>
          <p:cNvSpPr>
            <a:spLocks noGrp="1"/>
          </p:cNvSpPr>
          <p:nvPr>
            <p:ph type="title"/>
          </p:nvPr>
        </p:nvSpPr>
        <p:spPr>
          <a:xfrm>
            <a:off x="839790" y="457200"/>
            <a:ext cx="3932236"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00B050A-B60D-9641-190D-788ECD3520D2}"/>
              </a:ext>
            </a:extLst>
          </p:cNvPr>
          <p:cNvSpPr>
            <a:spLocks noGrp="1"/>
          </p:cNvSpPr>
          <p:nvPr>
            <p:ph type="pic" idx="1"/>
          </p:nvPr>
        </p:nvSpPr>
        <p:spPr>
          <a:xfrm>
            <a:off x="5183188" y="987425"/>
            <a:ext cx="6172201"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F5BEABA-5866-BAF2-931C-5165F175EBA9}"/>
              </a:ext>
            </a:extLst>
          </p:cNvPr>
          <p:cNvSpPr>
            <a:spLocks noGrp="1"/>
          </p:cNvSpPr>
          <p:nvPr>
            <p:ph type="body" sz="half" idx="2"/>
          </p:nvPr>
        </p:nvSpPr>
        <p:spPr>
          <a:xfrm>
            <a:off x="839790" y="2057400"/>
            <a:ext cx="3932236"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BED367-4AB0-E870-15CF-4DCCA2EC8B63}"/>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6" name="Footer Placeholder 5">
            <a:extLst>
              <a:ext uri="{FF2B5EF4-FFF2-40B4-BE49-F238E27FC236}">
                <a16:creationId xmlns:a16="http://schemas.microsoft.com/office/drawing/2014/main" id="{4CC43244-2673-0080-92A7-E9BFA4253C2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FF5669-17AF-F8C4-7C87-33C174B434F5}"/>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1543986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FC96A-B1BD-E705-3E9A-F8DA42D4952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CD2626-E82E-9301-D9A0-80E7562EFE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3F8F58-C042-225D-C5A6-16273DE1F751}"/>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5" name="Footer Placeholder 4">
            <a:extLst>
              <a:ext uri="{FF2B5EF4-FFF2-40B4-BE49-F238E27FC236}">
                <a16:creationId xmlns:a16="http://schemas.microsoft.com/office/drawing/2014/main" id="{3A1CB357-9F2D-D6BF-D8B7-DE3C6CBE89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810CD4-E861-C034-897F-A2A7883BD4C7}"/>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289351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A383BF-D578-5557-D2E2-D1F09376B73C}"/>
              </a:ext>
            </a:extLst>
          </p:cNvPr>
          <p:cNvSpPr>
            <a:spLocks noGrp="1"/>
          </p:cNvSpPr>
          <p:nvPr>
            <p:ph type="title" orient="vert"/>
          </p:nvPr>
        </p:nvSpPr>
        <p:spPr>
          <a:xfrm>
            <a:off x="8724899"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FD5FA55-E96C-3B36-6C66-DAD5476DD4AD}"/>
              </a:ext>
            </a:extLst>
          </p:cNvPr>
          <p:cNvSpPr>
            <a:spLocks noGrp="1"/>
          </p:cNvSpPr>
          <p:nvPr>
            <p:ph type="body" orient="vert" idx="1"/>
          </p:nvPr>
        </p:nvSpPr>
        <p:spPr>
          <a:xfrm>
            <a:off x="838199"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53AB9F-203B-8D8E-F929-9E86957D3E28}"/>
              </a:ext>
            </a:extLst>
          </p:cNvPr>
          <p:cNvSpPr>
            <a:spLocks noGrp="1"/>
          </p:cNvSpPr>
          <p:nvPr>
            <p:ph type="dt" sz="half" idx="10"/>
          </p:nvPr>
        </p:nvSpPr>
        <p:spPr/>
        <p:txBody>
          <a:bodyPr/>
          <a:lstStyle/>
          <a:p>
            <a:fld id="{CBFE3F9F-8E86-E946-A8BB-17CFF365E0FA}" type="datetimeFigureOut">
              <a:rPr lang="en-US" smtClean="0"/>
              <a:t>12/17/25</a:t>
            </a:fld>
            <a:endParaRPr lang="en-US"/>
          </a:p>
        </p:txBody>
      </p:sp>
      <p:sp>
        <p:nvSpPr>
          <p:cNvPr id="5" name="Footer Placeholder 4">
            <a:extLst>
              <a:ext uri="{FF2B5EF4-FFF2-40B4-BE49-F238E27FC236}">
                <a16:creationId xmlns:a16="http://schemas.microsoft.com/office/drawing/2014/main" id="{117E21A2-81CA-D27D-8E45-49A07F47B0A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9B62BB-7AF3-BC1D-7DEB-51CE952DCCEA}"/>
              </a:ext>
            </a:extLst>
          </p:cNvPr>
          <p:cNvSpPr>
            <a:spLocks noGrp="1"/>
          </p:cNvSpPr>
          <p:nvPr>
            <p:ph type="sldNum" sz="quarter" idx="12"/>
          </p:nvPr>
        </p:nvSpPr>
        <p:spPr/>
        <p:txBody>
          <a:bodyPr/>
          <a:lstStyle/>
          <a:p>
            <a:fld id="{1709BEF5-9583-5948-88DC-99F1240172C7}" type="slidenum">
              <a:rPr lang="en-US" smtClean="0"/>
              <a:t>‹#›</a:t>
            </a:fld>
            <a:endParaRPr lang="en-US"/>
          </a:p>
        </p:txBody>
      </p:sp>
    </p:spTree>
    <p:extLst>
      <p:ext uri="{BB962C8B-B14F-4D97-AF65-F5344CB8AC3E}">
        <p14:creationId xmlns:p14="http://schemas.microsoft.com/office/powerpoint/2010/main" val="19254451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51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DB6A226-2F96-D7AD-04CB-8632B8CA89B2}"/>
              </a:ext>
            </a:extLst>
          </p:cNvPr>
          <p:cNvSpPr>
            <a:spLocks noGrp="1"/>
          </p:cNvSpPr>
          <p:nvPr>
            <p:ph type="title"/>
          </p:nvPr>
        </p:nvSpPr>
        <p:spPr>
          <a:xfrm>
            <a:off x="838202"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C75EE98-BCBF-EA55-18F8-F1B77397FC61}"/>
              </a:ext>
            </a:extLst>
          </p:cNvPr>
          <p:cNvSpPr>
            <a:spLocks noGrp="1"/>
          </p:cNvSpPr>
          <p:nvPr>
            <p:ph type="body" idx="1"/>
          </p:nvPr>
        </p:nvSpPr>
        <p:spPr>
          <a:xfrm>
            <a:off x="838202"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239D32-2D17-684F-43AD-DDE54E277F35}"/>
              </a:ext>
            </a:extLst>
          </p:cNvPr>
          <p:cNvSpPr>
            <a:spLocks noGrp="1"/>
          </p:cNvSpPr>
          <p:nvPr>
            <p:ph type="dt" sz="half" idx="2"/>
          </p:nvPr>
        </p:nvSpPr>
        <p:spPr>
          <a:xfrm>
            <a:off x="838199" y="6356351"/>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BFE3F9F-8E86-E946-A8BB-17CFF365E0FA}" type="datetimeFigureOut">
              <a:rPr lang="en-US" smtClean="0"/>
              <a:t>12/17/25</a:t>
            </a:fld>
            <a:endParaRPr lang="en-US"/>
          </a:p>
        </p:txBody>
      </p:sp>
      <p:sp>
        <p:nvSpPr>
          <p:cNvPr id="5" name="Footer Placeholder 4">
            <a:extLst>
              <a:ext uri="{FF2B5EF4-FFF2-40B4-BE49-F238E27FC236}">
                <a16:creationId xmlns:a16="http://schemas.microsoft.com/office/drawing/2014/main" id="{26A77590-5676-CEF9-E4E9-42D95F499B2E}"/>
              </a:ext>
            </a:extLst>
          </p:cNvPr>
          <p:cNvSpPr>
            <a:spLocks noGrp="1"/>
          </p:cNvSpPr>
          <p:nvPr>
            <p:ph type="ftr" sz="quarter" idx="3"/>
          </p:nvPr>
        </p:nvSpPr>
        <p:spPr>
          <a:xfrm>
            <a:off x="4038602" y="6356351"/>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BC1FD5B7-E537-5D42-B806-5B2D12BE5CC2}"/>
              </a:ext>
            </a:extLst>
          </p:cNvPr>
          <p:cNvSpPr>
            <a:spLocks noGrp="1"/>
          </p:cNvSpPr>
          <p:nvPr>
            <p:ph type="sldNum" sz="quarter" idx="4"/>
          </p:nvPr>
        </p:nvSpPr>
        <p:spPr>
          <a:xfrm>
            <a:off x="8610601" y="6356351"/>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709BEF5-9583-5948-88DC-99F1240172C7}" type="slidenum">
              <a:rPr lang="en-US" smtClean="0"/>
              <a:t>‹#›</a:t>
            </a:fld>
            <a:endParaRPr lang="en-US"/>
          </a:p>
        </p:txBody>
      </p:sp>
    </p:spTree>
    <p:extLst>
      <p:ext uri="{BB962C8B-B14F-4D97-AF65-F5344CB8AC3E}">
        <p14:creationId xmlns:p14="http://schemas.microsoft.com/office/powerpoint/2010/main" val="16613338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audio" Target="../media/media1.m4a"/><Relationship Id="rId7" Type="http://schemas.openxmlformats.org/officeDocument/2006/relationships/image" Target="../media/image2.png"/><Relationship Id="rId2" Type="http://schemas.microsoft.com/office/2007/relationships/media" Target="../media/media1.m4a"/><Relationship Id="rId1" Type="http://schemas.openxmlformats.org/officeDocument/2006/relationships/tags" Target="../tags/tag1.xml"/><Relationship Id="rId6" Type="http://schemas.openxmlformats.org/officeDocument/2006/relationships/image" Target="../media/image1.png"/><Relationship Id="rId5" Type="http://schemas.openxmlformats.org/officeDocument/2006/relationships/notesSlide" Target="../notesSlides/notesSlide1.xml"/><Relationship Id="rId10"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2.m4a"/><Relationship Id="rId7" Type="http://schemas.openxmlformats.org/officeDocument/2006/relationships/image" Target="../media/image7.png"/><Relationship Id="rId2" Type="http://schemas.microsoft.com/office/2007/relationships/media" Target="../media/media2.m4a"/><Relationship Id="rId1" Type="http://schemas.openxmlformats.org/officeDocument/2006/relationships/tags" Target="../tags/tag2.xml"/><Relationship Id="rId6" Type="http://schemas.openxmlformats.org/officeDocument/2006/relationships/image" Target="../media/image6.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audio" Target="../media/media3.m4a"/><Relationship Id="rId7" Type="http://schemas.microsoft.com/office/2007/relationships/hdphoto" Target="../media/hdphoto1.wdp"/><Relationship Id="rId12" Type="http://schemas.openxmlformats.org/officeDocument/2006/relationships/image" Target="../media/image5.png"/><Relationship Id="rId2" Type="http://schemas.microsoft.com/office/2007/relationships/media" Target="../media/media3.m4a"/><Relationship Id="rId1" Type="http://schemas.openxmlformats.org/officeDocument/2006/relationships/tags" Target="../tags/tag3.xml"/><Relationship Id="rId6" Type="http://schemas.openxmlformats.org/officeDocument/2006/relationships/image" Target="../media/image8.png"/><Relationship Id="rId11" Type="http://schemas.openxmlformats.org/officeDocument/2006/relationships/image" Target="../media/image11.png"/><Relationship Id="rId5" Type="http://schemas.openxmlformats.org/officeDocument/2006/relationships/notesSlide" Target="../notesSlides/notesSlide3.xml"/><Relationship Id="rId10" Type="http://schemas.openxmlformats.org/officeDocument/2006/relationships/image" Target="../media/image10.jpeg"/><Relationship Id="rId4" Type="http://schemas.openxmlformats.org/officeDocument/2006/relationships/slideLayout" Target="../slideLayouts/slideLayout2.xml"/><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5.png"/><Relationship Id="rId5"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audio" Target="../media/media5.m4a"/><Relationship Id="rId7" Type="http://schemas.openxmlformats.org/officeDocument/2006/relationships/image" Target="../media/image13.png"/><Relationship Id="rId2" Type="http://schemas.microsoft.com/office/2007/relationships/media" Target="../media/media5.m4a"/><Relationship Id="rId1" Type="http://schemas.openxmlformats.org/officeDocument/2006/relationships/tags" Target="../tags/tag4.xml"/><Relationship Id="rId6" Type="http://schemas.openxmlformats.org/officeDocument/2006/relationships/image" Target="../media/image12.png"/><Relationship Id="rId5" Type="http://schemas.openxmlformats.org/officeDocument/2006/relationships/notesSlide" Target="../notesSlides/notesSlide5.xml"/><Relationship Id="rId4" Type="http://schemas.openxmlformats.org/officeDocument/2006/relationships/slideLayout" Target="../slideLayouts/slideLayout2.xml"/><Relationship Id="rId9"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audio" Target="../media/media6.m4a"/><Relationship Id="rId7" Type="http://schemas.openxmlformats.org/officeDocument/2006/relationships/image" Target="../media/image11.png"/><Relationship Id="rId2" Type="http://schemas.microsoft.com/office/2007/relationships/media" Target="../media/media6.m4a"/><Relationship Id="rId1" Type="http://schemas.openxmlformats.org/officeDocument/2006/relationships/tags" Target="../tags/tag5.xml"/><Relationship Id="rId6" Type="http://schemas.openxmlformats.org/officeDocument/2006/relationships/image" Target="../media/image6.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6.jpg"/><Relationship Id="rId3" Type="http://schemas.openxmlformats.org/officeDocument/2006/relationships/audio" Target="../media/media7.m4a"/><Relationship Id="rId7" Type="http://schemas.openxmlformats.org/officeDocument/2006/relationships/image" Target="../media/image6.png"/><Relationship Id="rId2" Type="http://schemas.microsoft.com/office/2007/relationships/media" Target="../media/media7.m4a"/><Relationship Id="rId1" Type="http://schemas.openxmlformats.org/officeDocument/2006/relationships/tags" Target="../tags/tag6.xml"/><Relationship Id="rId6" Type="http://schemas.openxmlformats.org/officeDocument/2006/relationships/image" Target="../media/image15.png"/><Relationship Id="rId5" Type="http://schemas.openxmlformats.org/officeDocument/2006/relationships/notesSlide" Target="../notesSlides/notesSlide7.xml"/><Relationship Id="rId10" Type="http://schemas.openxmlformats.org/officeDocument/2006/relationships/image" Target="../media/image5.png"/><Relationship Id="rId4" Type="http://schemas.openxmlformats.org/officeDocument/2006/relationships/slideLayout" Target="../slideLayouts/slideLayout2.xml"/><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7" Type="http://schemas.openxmlformats.org/officeDocument/2006/relationships/image" Target="../media/image5.png"/><Relationship Id="rId2" Type="http://schemas.microsoft.com/office/2007/relationships/media" Target="../media/media8.m4a"/><Relationship Id="rId1" Type="http://schemas.openxmlformats.org/officeDocument/2006/relationships/tags" Target="../tags/tag7.xml"/><Relationship Id="rId6" Type="http://schemas.openxmlformats.org/officeDocument/2006/relationships/image" Target="../media/image1.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aby pointing at a computer screen&#10;&#10;AI-generated content may be incorrect.">
            <a:extLst>
              <a:ext uri="{FF2B5EF4-FFF2-40B4-BE49-F238E27FC236}">
                <a16:creationId xmlns:a16="http://schemas.microsoft.com/office/drawing/2014/main" id="{F2693313-BE55-D62E-CBC3-8A0F802923E0}"/>
              </a:ext>
            </a:extLst>
          </p:cNvPr>
          <p:cNvPicPr>
            <a:picLocks noChangeAspect="1"/>
          </p:cNvPicPr>
          <p:nvPr/>
        </p:nvPicPr>
        <p:blipFill>
          <a:blip r:embed="rId6"/>
          <a:stretch>
            <a:fillRect/>
          </a:stretch>
        </p:blipFill>
        <p:spPr>
          <a:xfrm>
            <a:off x="0" y="0"/>
            <a:ext cx="12192000" cy="6858000"/>
          </a:xfrm>
          <a:prstGeom prst="rect">
            <a:avLst/>
          </a:prstGeom>
          <a:ln w="228600" cap="sq" cmpd="thickThin">
            <a:solidFill>
              <a:srgbClr val="000000"/>
            </a:solidFill>
            <a:prstDash val="solid"/>
            <a:miter lim="800000"/>
          </a:ln>
          <a:effectLst>
            <a:innerShdw blurRad="76200">
              <a:srgbClr val="000000"/>
            </a:innerShdw>
          </a:effectLst>
        </p:spPr>
      </p:pic>
      <p:pic>
        <p:nvPicPr>
          <p:cNvPr id="1034" name="Picture 10">
            <a:extLst>
              <a:ext uri="{FF2B5EF4-FFF2-40B4-BE49-F238E27FC236}">
                <a16:creationId xmlns:a16="http://schemas.microsoft.com/office/drawing/2014/main" id="{D70AEEE5-0F16-FB18-6777-F5EB67B95C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55098" y="4623201"/>
            <a:ext cx="1297708" cy="1290835"/>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Google Chrome - Wikipedia">
            <a:extLst>
              <a:ext uri="{FF2B5EF4-FFF2-40B4-BE49-F238E27FC236}">
                <a16:creationId xmlns:a16="http://schemas.microsoft.com/office/drawing/2014/main" id="{ED163644-9EA4-9A9F-CAE7-8E9265C894A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2025" y="4623201"/>
            <a:ext cx="1203975" cy="1203975"/>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64C5B7AC-F1D7-1546-EC1D-73361ED1E1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39198" y="5529191"/>
            <a:ext cx="706509" cy="706509"/>
          </a:xfrm>
          <a:prstGeom prst="rect">
            <a:avLst/>
          </a:prstGeom>
          <a:noFill/>
          <a:extLst>
            <a:ext uri="{909E8E84-426E-40DD-AFC4-6F175D3DCCD1}">
              <a14:hiddenFill xmlns:a14="http://schemas.microsoft.com/office/drawing/2010/main">
                <a:solidFill>
                  <a:srgbClr val="FFFFFF"/>
                </a:solidFill>
              </a14:hiddenFill>
            </a:ext>
          </a:extLst>
        </p:spPr>
      </p:pic>
      <p:pic>
        <p:nvPicPr>
          <p:cNvPr id="35" name="Audio 34">
            <a:extLst>
              <a:ext uri="{FF2B5EF4-FFF2-40B4-BE49-F238E27FC236}">
                <a16:creationId xmlns:a16="http://schemas.microsoft.com/office/drawing/2014/main" id="{15C883E4-FDEB-A2DE-0ABF-23C90258E48F}"/>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4088297294"/>
      </p:ext>
    </p:extLst>
  </p:cSld>
  <p:clrMapOvr>
    <a:masterClrMapping/>
  </p:clrMapOvr>
  <mc:AlternateContent xmlns:mc="http://schemas.openxmlformats.org/markup-compatibility/2006">
    <mc:Choice xmlns:p14="http://schemas.microsoft.com/office/powerpoint/2010/main" Requires="p14">
      <p:transition spd="slow" p14:dur="2000" advTm="36629"/>
    </mc:Choice>
    <mc:Fallback>
      <p:transition spd="slow" advTm="3662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5"/>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3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3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5" fill="hold" display="0">
                  <p:stCondLst>
                    <p:cond delay="indefinite"/>
                  </p:stCondLst>
                  <p:endCondLst>
                    <p:cond evt="onStopAudio" delay="0">
                      <p:tgtEl>
                        <p:sldTgt/>
                      </p:tgtEl>
                    </p:cond>
                  </p:endCondLst>
                </p:cTn>
                <p:tgtEl>
                  <p:spTgt spid="3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A518C-655C-7876-1143-9FCB519A7039}"/>
            </a:ext>
          </a:extLst>
        </p:cNvPr>
        <p:cNvGrpSpPr/>
        <p:nvPr/>
      </p:nvGrpSpPr>
      <p:grpSpPr>
        <a:xfrm>
          <a:off x="0" y="0"/>
          <a:ext cx="0" cy="0"/>
          <a:chOff x="0" y="0"/>
          <a:chExt cx="0" cy="0"/>
        </a:xfrm>
      </p:grpSpPr>
      <p:pic>
        <p:nvPicPr>
          <p:cNvPr id="7" name="Picture 10" descr="2,000+ Free Monitor &amp; Computer Images - Pixabay">
            <a:extLst>
              <a:ext uri="{FF2B5EF4-FFF2-40B4-BE49-F238E27FC236}">
                <a16:creationId xmlns:a16="http://schemas.microsoft.com/office/drawing/2014/main" id="{634DBDEF-E217-AB21-6F60-D34CEE8F22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6637" y="1744354"/>
            <a:ext cx="4338725" cy="33692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CBDDC6C0-6DA0-EA69-2A19-96E6A1921CC4}"/>
              </a:ext>
            </a:extLst>
          </p:cNvPr>
          <p:cNvPicPr>
            <a:picLocks noChangeAspect="1"/>
          </p:cNvPicPr>
          <p:nvPr/>
        </p:nvPicPr>
        <p:blipFill>
          <a:blip r:embed="rId7"/>
          <a:srcRect l="42513" t="17761" r="42751" b="56653"/>
          <a:stretch/>
        </p:blipFill>
        <p:spPr>
          <a:xfrm>
            <a:off x="5359184" y="2267760"/>
            <a:ext cx="1390019" cy="1356390"/>
          </a:xfrm>
          <a:prstGeom prst="rect">
            <a:avLst/>
          </a:prstGeom>
          <a:ln>
            <a:noFill/>
          </a:ln>
        </p:spPr>
      </p:pic>
      <p:sp>
        <p:nvSpPr>
          <p:cNvPr id="9" name="Curved Down Arrow 8">
            <a:extLst>
              <a:ext uri="{FF2B5EF4-FFF2-40B4-BE49-F238E27FC236}">
                <a16:creationId xmlns:a16="http://schemas.microsoft.com/office/drawing/2014/main" id="{0A5C0E96-C63C-7441-F745-6AA893CA2FA8}"/>
              </a:ext>
            </a:extLst>
          </p:cNvPr>
          <p:cNvSpPr/>
          <p:nvPr/>
        </p:nvSpPr>
        <p:spPr>
          <a:xfrm rot="16364722">
            <a:off x="5026366" y="2145463"/>
            <a:ext cx="899802" cy="715992"/>
          </a:xfrm>
          <a:prstGeom prst="curvedDownArrow">
            <a:avLst/>
          </a:prstGeom>
          <a:solidFill>
            <a:schemeClr val="bg1"/>
          </a:solidFill>
          <a:ln w="127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urved Down Arrow 9">
            <a:extLst>
              <a:ext uri="{FF2B5EF4-FFF2-40B4-BE49-F238E27FC236}">
                <a16:creationId xmlns:a16="http://schemas.microsoft.com/office/drawing/2014/main" id="{150E88A4-36DE-6D2E-3442-5F038900CE68}"/>
              </a:ext>
            </a:extLst>
          </p:cNvPr>
          <p:cNvSpPr/>
          <p:nvPr/>
        </p:nvSpPr>
        <p:spPr>
          <a:xfrm rot="5400000">
            <a:off x="6299302" y="2945780"/>
            <a:ext cx="899802" cy="715992"/>
          </a:xfrm>
          <a:prstGeom prst="curvedDown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TextBox 10">
            <a:extLst>
              <a:ext uri="{FF2B5EF4-FFF2-40B4-BE49-F238E27FC236}">
                <a16:creationId xmlns:a16="http://schemas.microsoft.com/office/drawing/2014/main" id="{D7049405-9BD2-357E-BC02-912C01293D4E}"/>
              </a:ext>
            </a:extLst>
          </p:cNvPr>
          <p:cNvSpPr txBox="1"/>
          <p:nvPr/>
        </p:nvSpPr>
        <p:spPr>
          <a:xfrm>
            <a:off x="3521590" y="5406218"/>
            <a:ext cx="5065206" cy="461665"/>
          </a:xfrm>
          <a:prstGeom prst="rect">
            <a:avLst/>
          </a:prstGeom>
          <a:noFill/>
        </p:spPr>
        <p:txBody>
          <a:bodyPr wrap="square" rtlCol="0">
            <a:spAutoFit/>
          </a:bodyPr>
          <a:lstStyle/>
          <a:p>
            <a:pPr algn="ctr"/>
            <a:r>
              <a:rPr lang="en-US" sz="2400" b="1" dirty="0"/>
              <a:t>Attention-getter (~10 seconds)</a:t>
            </a:r>
          </a:p>
        </p:txBody>
      </p:sp>
      <p:pic>
        <p:nvPicPr>
          <p:cNvPr id="13" name="Audio 12">
            <a:extLst>
              <a:ext uri="{FF2B5EF4-FFF2-40B4-BE49-F238E27FC236}">
                <a16:creationId xmlns:a16="http://schemas.microsoft.com/office/drawing/2014/main" id="{B49B756C-0A6A-35A2-339C-E030F69D11CE}"/>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1667945600"/>
      </p:ext>
    </p:extLst>
  </p:cSld>
  <p:clrMapOvr>
    <a:masterClrMapping/>
  </p:clrMapOvr>
  <mc:AlternateContent xmlns:mc="http://schemas.openxmlformats.org/markup-compatibility/2006">
    <mc:Choice xmlns:p14="http://schemas.microsoft.com/office/powerpoint/2010/main" Requires="p14">
      <p:transition spd="slow" p14:dur="2000" advTm="14944"/>
    </mc:Choice>
    <mc:Fallback>
      <p:transition spd="slow" advTm="149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7"/>
                                        </p:tgtEl>
                                        <p:attrNameLst>
                                          <p:attrName>style.visibility</p:attrName>
                                        </p:attrNameLst>
                                      </p:cBhvr>
                                      <p:to>
                                        <p:strVal val="hidden"/>
                                      </p:to>
                                    </p:set>
                                  </p:childTnLst>
                                </p:cTn>
                              </p:par>
                              <p:par>
                                <p:cTn id="23" presetID="1" presetClass="exit" presetSubtype="0" fill="hold" grpId="1" nodeType="withEffect">
                                  <p:stCondLst>
                                    <p:cond delay="0"/>
                                  </p:stCondLst>
                                  <p:childTnLst>
                                    <p:set>
                                      <p:cBhvr>
                                        <p:cTn id="24" dur="1" fill="hold">
                                          <p:stCondLst>
                                            <p:cond delay="0"/>
                                          </p:stCondLst>
                                        </p:cTn>
                                        <p:tgtEl>
                                          <p:spTgt spid="10"/>
                                        </p:tgtEl>
                                        <p:attrNameLst>
                                          <p:attrName>style.visibility</p:attrName>
                                        </p:attrNameLst>
                                      </p:cBhvr>
                                      <p:to>
                                        <p:strVal val="hidden"/>
                                      </p:to>
                                    </p:set>
                                  </p:childTnLst>
                                </p:cTn>
                              </p:par>
                              <p:par>
                                <p:cTn id="25" presetID="1" presetClass="exit" presetSubtype="0" fill="hold" grpId="1" nodeType="withEffect">
                                  <p:stCondLst>
                                    <p:cond delay="0"/>
                                  </p:stCondLst>
                                  <p:childTnLst>
                                    <p:set>
                                      <p:cBhvr>
                                        <p:cTn id="26" dur="1" fill="hold">
                                          <p:stCondLst>
                                            <p:cond delay="0"/>
                                          </p:stCondLst>
                                        </p:cTn>
                                        <p:tgtEl>
                                          <p:spTgt spid="9"/>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8"/>
                                        </p:tgtEl>
                                        <p:attrNameLst>
                                          <p:attrName>style.visibility</p:attrName>
                                        </p:attrNameLst>
                                      </p:cBhvr>
                                      <p:to>
                                        <p:strVal val="hidden"/>
                                      </p:to>
                                    </p:set>
                                  </p:childTnLst>
                                </p:cTn>
                              </p:par>
                              <p:par>
                                <p:cTn id="29" presetID="1" presetClass="entr" presetSubtype="0" fill="hold" grpId="2" nodeType="withEffect">
                                  <p:stCondLst>
                                    <p:cond delay="0"/>
                                  </p:stCondLst>
                                  <p:childTnLst>
                                    <p:set>
                                      <p:cBhvr>
                                        <p:cTn id="30" dur="1" fill="hold">
                                          <p:stCondLst>
                                            <p:cond delay="0"/>
                                          </p:stCondLst>
                                        </p:cTn>
                                        <p:tgtEl>
                                          <p:spTgt spid="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8"/>
                                        </p:tgtEl>
                                        <p:attrNameLst>
                                          <p:attrName>style.visibility</p:attrName>
                                        </p:attrNameLst>
                                      </p:cBhvr>
                                      <p:to>
                                        <p:strVal val="visible"/>
                                      </p:to>
                                    </p:set>
                                  </p:childTnLst>
                                </p:cTn>
                              </p:par>
                              <p:par>
                                <p:cTn id="33" presetID="1" presetClass="entr" presetSubtype="0" fill="hold" grpId="2" nodeType="with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xit" presetSubtype="0" fill="hold" grpId="1" nodeType="withEffect">
                                  <p:stCondLst>
                                    <p:cond delay="0"/>
                                  </p:stCondLst>
                                  <p:childTnLst>
                                    <p:set>
                                      <p:cBhvr>
                                        <p:cTn id="40" dur="1" fill="hold">
                                          <p:stCondLst>
                                            <p:cond delay="0"/>
                                          </p:stCondLst>
                                        </p:cTn>
                                        <p:tgtEl>
                                          <p:spTgt spid="11"/>
                                        </p:tgtEl>
                                        <p:attrNameLst>
                                          <p:attrName>style.visibility</p:attrName>
                                        </p:attrNameLst>
                                      </p:cBhvr>
                                      <p:to>
                                        <p:strVal val="hidden"/>
                                      </p:to>
                                    </p:set>
                                  </p:childTnLst>
                                </p:cTn>
                              </p:par>
                              <p:par>
                                <p:cTn id="41" presetID="1" presetClass="entr" presetSubtype="0" fill="hold" grpId="2"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3" fill="hold" display="0">
                  <p:stCondLst>
                    <p:cond delay="indefinite"/>
                  </p:stCondLst>
                  <p:endCondLst>
                    <p:cond evt="onStopAudio" delay="0">
                      <p:tgtEl>
                        <p:sldTgt/>
                      </p:tgtEl>
                    </p:cond>
                  </p:endCondLst>
                </p:cTn>
                <p:tgtEl>
                  <p:spTgt spid="13"/>
                </p:tgtEl>
              </p:cMediaNode>
            </p:audio>
          </p:childTnLst>
        </p:cTn>
      </p:par>
    </p:tnLst>
    <p:bldLst>
      <p:bldP spid="9" grpId="0" animBg="1"/>
      <p:bldP spid="9" grpId="1" animBg="1"/>
      <p:bldP spid="9" grpId="2" animBg="1"/>
      <p:bldP spid="10" grpId="0" animBg="1"/>
      <p:bldP spid="10" grpId="1" animBg="1"/>
      <p:bldP spid="10" grpId="2" animBg="1"/>
      <p:bldP spid="11" grpId="0"/>
      <p:bldP spid="11" grpId="1"/>
      <p:bldP spid="11" grpId="2"/>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7BAD0-24C2-64AB-A254-C897485B24FB}"/>
            </a:ext>
          </a:extLst>
        </p:cNvPr>
        <p:cNvGrpSpPr/>
        <p:nvPr/>
      </p:nvGrpSpPr>
      <p:grpSpPr>
        <a:xfrm>
          <a:off x="0" y="0"/>
          <a:ext cx="0" cy="0"/>
          <a:chOff x="0" y="0"/>
          <a:chExt cx="0" cy="0"/>
        </a:xfrm>
      </p:grpSpPr>
      <p:pic>
        <p:nvPicPr>
          <p:cNvPr id="14" name="Picture 12" descr="Premium Vector | Note Music Icon Vector Design">
            <a:extLst>
              <a:ext uri="{FF2B5EF4-FFF2-40B4-BE49-F238E27FC236}">
                <a16:creationId xmlns:a16="http://schemas.microsoft.com/office/drawing/2014/main" id="{6C0BE875-1AFF-31A2-833C-5A6F9B0769EE}"/>
              </a:ext>
            </a:extLst>
          </p:cNvPr>
          <p:cNvPicPr>
            <a:picLocks noChangeAspect="1" noChangeArrowheads="1"/>
          </p:cNvPicPr>
          <p:nvPr/>
        </p:nvPicPr>
        <p:blipFill rotWithShape="1">
          <a:blip r:embed="rId6">
            <a:extLst>
              <a:ext uri="{BEBA8EAE-BF5A-486C-A8C5-ECC9F3942E4B}">
                <a14:imgProps xmlns:a14="http://schemas.microsoft.com/office/drawing/2010/main">
                  <a14:imgLayer r:embed="rId7">
                    <a14:imgEffect>
                      <a14:backgroundRemoval t="19167" b="80833" l="18056" r="77500">
                        <a14:foregroundMark x1="45278" y1="37778" x2="45278" y2="37778"/>
                        <a14:foregroundMark x1="56944" y1="40556" x2="56944" y2="40556"/>
                        <a14:foregroundMark x1="47222" y1="37222" x2="47222" y2="37222"/>
                        <a14:foregroundMark x1="59167" y1="40556" x2="59167" y2="40556"/>
                        <a14:foregroundMark x1="62222" y1="38333" x2="46389" y2="34444"/>
                        <a14:foregroundMark x1="67778" y1="51944" x2="77500" y2="39444"/>
                        <a14:backgroundMark x1="1944" y1="41389" x2="1944" y2="41389"/>
                        <a14:backgroundMark x1="1944" y1="9167" x2="3611" y2="74722"/>
                        <a14:backgroundMark x1="3611" y1="74722" x2="29167" y2="94722"/>
                        <a14:backgroundMark x1="29167" y1="94722" x2="65556" y2="93611"/>
                        <a14:backgroundMark x1="65556" y1="93611" x2="93889" y2="75278"/>
                        <a14:backgroundMark x1="93889" y1="75278" x2="89722" y2="12222"/>
                        <a14:backgroundMark x1="89722" y1="12222" x2="7500" y2="5556"/>
                        <a14:backgroundMark x1="20833" y1="26944" x2="51667" y2="17222"/>
                        <a14:backgroundMark x1="51667" y1="17222" x2="75833" y2="31667"/>
                        <a14:backgroundMark x1="14722" y1="77500" x2="47500" y2="78611"/>
                        <a14:backgroundMark x1="47500" y1="78611" x2="73333" y2="60833"/>
                        <a14:backgroundMark x1="73333" y1="60833" x2="74167" y2="58611"/>
                      </a14:backgroundRemoval>
                    </a14:imgEffect>
                  </a14:imgLayer>
                </a14:imgProps>
              </a:ext>
              <a:ext uri="{28A0092B-C50C-407E-A947-70E740481C1C}">
                <a14:useLocalDpi xmlns:a14="http://schemas.microsoft.com/office/drawing/2010/main" val="0"/>
              </a:ext>
            </a:extLst>
          </a:blip>
          <a:srcRect l="11204" t="11594" r="18076" b="11241"/>
          <a:stretch/>
        </p:blipFill>
        <p:spPr bwMode="auto">
          <a:xfrm>
            <a:off x="3147345" y="510179"/>
            <a:ext cx="1087792" cy="1186931"/>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6C521E37-1722-D0AC-107D-BB76DE602EE8}"/>
              </a:ext>
            </a:extLst>
          </p:cNvPr>
          <p:cNvSpPr txBox="1"/>
          <p:nvPr/>
        </p:nvSpPr>
        <p:spPr>
          <a:xfrm>
            <a:off x="6226492" y="870089"/>
            <a:ext cx="4338725" cy="461665"/>
          </a:xfrm>
          <a:prstGeom prst="rect">
            <a:avLst/>
          </a:prstGeom>
          <a:noFill/>
        </p:spPr>
        <p:txBody>
          <a:bodyPr wrap="square" rtlCol="0">
            <a:spAutoFit/>
          </a:bodyPr>
          <a:lstStyle/>
          <a:p>
            <a:pPr algn="ctr"/>
            <a:r>
              <a:rPr lang="en-US" sz="2400" b="1" dirty="0"/>
              <a:t>~3 min</a:t>
            </a:r>
          </a:p>
        </p:txBody>
      </p:sp>
      <p:pic>
        <p:nvPicPr>
          <p:cNvPr id="13" name="Picture 12" descr="2,000+ Free Monitor &amp; Computer Images - Pixabay">
            <a:extLst>
              <a:ext uri="{FF2B5EF4-FFF2-40B4-BE49-F238E27FC236}">
                <a16:creationId xmlns:a16="http://schemas.microsoft.com/office/drawing/2014/main" id="{9EC43F95-D0C7-6A83-4BC8-88F2004E542A}"/>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26637" y="1739067"/>
            <a:ext cx="4338725" cy="336929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4" descr="Rec White Transparent, Rec Icon Transparent Background, Rec, Icon, Button  PNG Image For Free Download">
            <a:extLst>
              <a:ext uri="{FF2B5EF4-FFF2-40B4-BE49-F238E27FC236}">
                <a16:creationId xmlns:a16="http://schemas.microsoft.com/office/drawing/2014/main" id="{A46B3BFC-B6A4-5611-22AC-E25D2A48B2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99720" y="104644"/>
            <a:ext cx="1992559" cy="1992559"/>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D50D6E67-2CF2-235B-97F7-3BACA740D8D3}"/>
              </a:ext>
            </a:extLst>
          </p:cNvPr>
          <p:cNvSpPr txBox="1"/>
          <p:nvPr/>
        </p:nvSpPr>
        <p:spPr>
          <a:xfrm>
            <a:off x="3116251" y="6208059"/>
            <a:ext cx="5959495" cy="461665"/>
          </a:xfrm>
          <a:prstGeom prst="rect">
            <a:avLst/>
          </a:prstGeom>
          <a:noFill/>
        </p:spPr>
        <p:txBody>
          <a:bodyPr wrap="square" rtlCol="0">
            <a:spAutoFit/>
          </a:bodyPr>
          <a:lstStyle/>
          <a:p>
            <a:pPr algn="ctr"/>
            <a:r>
              <a:rPr lang="en-US" sz="2400" b="1" dirty="0">
                <a:solidFill>
                  <a:schemeClr val="accent5"/>
                </a:solidFill>
              </a:rPr>
              <a:t>ends automatically</a:t>
            </a:r>
          </a:p>
        </p:txBody>
      </p:sp>
      <p:sp>
        <p:nvSpPr>
          <p:cNvPr id="2" name="TextBox 1">
            <a:extLst>
              <a:ext uri="{FF2B5EF4-FFF2-40B4-BE49-F238E27FC236}">
                <a16:creationId xmlns:a16="http://schemas.microsoft.com/office/drawing/2014/main" id="{78A45459-1190-FC35-734C-9F8B73AE16A1}"/>
              </a:ext>
            </a:extLst>
          </p:cNvPr>
          <p:cNvSpPr txBox="1"/>
          <p:nvPr/>
        </p:nvSpPr>
        <p:spPr>
          <a:xfrm>
            <a:off x="6095998" y="5281385"/>
            <a:ext cx="3747255" cy="461665"/>
          </a:xfrm>
          <a:prstGeom prst="rect">
            <a:avLst/>
          </a:prstGeom>
          <a:noFill/>
        </p:spPr>
        <p:txBody>
          <a:bodyPr wrap="square" rtlCol="0">
            <a:spAutoFit/>
          </a:bodyPr>
          <a:lstStyle/>
          <a:p>
            <a:pPr algn="ctr"/>
            <a:r>
              <a:rPr lang="en-US" sz="2400" b="1" dirty="0"/>
              <a:t>view SELF</a:t>
            </a:r>
          </a:p>
        </p:txBody>
      </p:sp>
      <p:sp>
        <p:nvSpPr>
          <p:cNvPr id="3" name="TextBox 2">
            <a:extLst>
              <a:ext uri="{FF2B5EF4-FFF2-40B4-BE49-F238E27FC236}">
                <a16:creationId xmlns:a16="http://schemas.microsoft.com/office/drawing/2014/main" id="{92E57817-C7D8-B880-6AD0-909617B7503E}"/>
              </a:ext>
            </a:extLst>
          </p:cNvPr>
          <p:cNvSpPr txBox="1"/>
          <p:nvPr/>
        </p:nvSpPr>
        <p:spPr>
          <a:xfrm>
            <a:off x="1799571" y="5281386"/>
            <a:ext cx="3747255" cy="461665"/>
          </a:xfrm>
          <a:prstGeom prst="rect">
            <a:avLst/>
          </a:prstGeom>
          <a:noFill/>
        </p:spPr>
        <p:txBody>
          <a:bodyPr wrap="square" rtlCol="0">
            <a:spAutoFit/>
          </a:bodyPr>
          <a:lstStyle/>
          <a:p>
            <a:pPr algn="ctr"/>
            <a:r>
              <a:rPr lang="en-US" sz="2400" b="1" dirty="0"/>
              <a:t>view OTHER INFANT</a:t>
            </a:r>
          </a:p>
        </p:txBody>
      </p:sp>
      <p:cxnSp>
        <p:nvCxnSpPr>
          <p:cNvPr id="5" name="Straight Arrow Connector 4">
            <a:extLst>
              <a:ext uri="{FF2B5EF4-FFF2-40B4-BE49-F238E27FC236}">
                <a16:creationId xmlns:a16="http://schemas.microsoft.com/office/drawing/2014/main" id="{3C6DC4ED-352B-1FBF-4C5D-57D4F2C445E5}"/>
              </a:ext>
            </a:extLst>
          </p:cNvPr>
          <p:cNvCxnSpPr/>
          <p:nvPr/>
        </p:nvCxnSpPr>
        <p:spPr>
          <a:xfrm>
            <a:off x="5387786" y="5515671"/>
            <a:ext cx="1416424" cy="0"/>
          </a:xfrm>
          <a:prstGeom prst="straightConnector1">
            <a:avLst/>
          </a:prstGeom>
          <a:ln w="38100" cap="flat" cmpd="sng" algn="ctr">
            <a:solidFill>
              <a:schemeClr val="tx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26" name="Picture 2" descr="A baby waving at the camera with a hand waving | Premium AI-generated image">
            <a:extLst>
              <a:ext uri="{FF2B5EF4-FFF2-40B4-BE49-F238E27FC236}">
                <a16:creationId xmlns:a16="http://schemas.microsoft.com/office/drawing/2014/main" id="{B5EE7202-5900-8CAD-748F-CB7FC9459CD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497" t="2817" b="8951"/>
          <a:stretch>
            <a:fillRect/>
          </a:stretch>
        </p:blipFill>
        <p:spPr bwMode="auto">
          <a:xfrm>
            <a:off x="4070330" y="1870137"/>
            <a:ext cx="4058980" cy="2038608"/>
          </a:xfrm>
          <a:prstGeom prst="rect">
            <a:avLst/>
          </a:prstGeom>
          <a:noFill/>
          <a:extLst>
            <a:ext uri="{909E8E84-426E-40DD-AFC4-6F175D3DCCD1}">
              <a14:hiddenFill xmlns:a14="http://schemas.microsoft.com/office/drawing/2010/main">
                <a:solidFill>
                  <a:srgbClr val="FFFFFF"/>
                </a:solidFill>
              </a14:hiddenFill>
            </a:ext>
          </a:extLst>
        </p:spPr>
      </p:pic>
      <p:pic>
        <p:nvPicPr>
          <p:cNvPr id="6146" name="Picture 2" descr="Little boy Pointing at Camera Smiling, Portrait Of Infant Boy Seated in  baby chair">
            <a:extLst>
              <a:ext uri="{FF2B5EF4-FFF2-40B4-BE49-F238E27FC236}">
                <a16:creationId xmlns:a16="http://schemas.microsoft.com/office/drawing/2014/main" id="{E613D546-1268-89F4-8BB1-AC416BEA072C}"/>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043" t="396" b="5404"/>
          <a:stretch/>
        </p:blipFill>
        <p:spPr bwMode="auto">
          <a:xfrm>
            <a:off x="4066508" y="1870177"/>
            <a:ext cx="4058980" cy="2038608"/>
          </a:xfrm>
          <a:prstGeom prst="rect">
            <a:avLst/>
          </a:prstGeom>
          <a:noFill/>
          <a:extLst>
            <a:ext uri="{909E8E84-426E-40DD-AFC4-6F175D3DCCD1}">
              <a14:hiddenFill xmlns:a14="http://schemas.microsoft.com/office/drawing/2010/main">
                <a:solidFill>
                  <a:srgbClr val="FFFFFF"/>
                </a:solidFill>
              </a14:hiddenFill>
            </a:ext>
          </a:extLst>
        </p:spPr>
      </p:pic>
      <p:pic>
        <p:nvPicPr>
          <p:cNvPr id="33" name="Audio 32">
            <a:extLst>
              <a:ext uri="{FF2B5EF4-FFF2-40B4-BE49-F238E27FC236}">
                <a16:creationId xmlns:a16="http://schemas.microsoft.com/office/drawing/2014/main" id="{2F1E0826-0F3A-748B-3A76-1923B3C4086D}"/>
              </a:ext>
            </a:extLst>
          </p:cNvPr>
          <p:cNvPicPr>
            <a:picLocks noChangeAspect="1"/>
          </p:cNvPicPr>
          <p:nvPr>
            <a:audioFile r:link="rId3"/>
            <p:extLst>
              <p:ext uri="{DAA4B4D4-6D71-4841-9C94-3DE7FCFB9230}">
                <p14:media xmlns:p14="http://schemas.microsoft.com/office/powerpoint/2010/main" r:embed="rId2"/>
              </p:ext>
            </p:extLst>
          </p:nvPr>
        </p:nvPicPr>
        <p:blipFill>
          <a:blip r:embed="rId12"/>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1394061666"/>
      </p:ext>
    </p:extLst>
  </p:cSld>
  <p:clrMapOvr>
    <a:masterClrMapping/>
  </p:clrMapOvr>
  <mc:AlternateContent xmlns:mc="http://schemas.openxmlformats.org/markup-compatibility/2006">
    <mc:Choice xmlns:p14="http://schemas.microsoft.com/office/powerpoint/2010/main" Requires="p14">
      <p:transition spd="slow" p14:dur="2000" advTm="41640"/>
    </mc:Choice>
    <mc:Fallback>
      <p:transition spd="slow" advTm="416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3"/>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14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3" fill="hold" display="0">
                  <p:stCondLst>
                    <p:cond delay="indefinite"/>
                  </p:stCondLst>
                  <p:endCondLst>
                    <p:cond evt="onStopAudio" delay="0">
                      <p:tgtEl>
                        <p:sldTgt/>
                      </p:tgtEl>
                    </p:cond>
                  </p:endCondLst>
                </p:cTn>
                <p:tgtEl>
                  <p:spTgt spid="33"/>
                </p:tgtEl>
              </p:cMediaNode>
            </p:audio>
          </p:childTnLst>
        </p:cTn>
      </p:par>
    </p:tnLst>
    <p:bldLst>
      <p:bldP spid="12" grpId="0"/>
      <p:bldP spid="17" grpId="0"/>
      <p:bldP spid="2" grpId="0"/>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639718-9C90-57D1-422A-0BD6CD426F8A}"/>
            </a:ext>
          </a:extLst>
        </p:cNvPr>
        <p:cNvGrpSpPr/>
        <p:nvPr/>
      </p:nvGrpSpPr>
      <p:grpSpPr>
        <a:xfrm>
          <a:off x="0" y="0"/>
          <a:ext cx="0" cy="0"/>
          <a:chOff x="0" y="0"/>
          <a:chExt cx="0" cy="0"/>
        </a:xfrm>
      </p:grpSpPr>
      <p:pic>
        <p:nvPicPr>
          <p:cNvPr id="13" name="Picture 12" descr="2,000+ Free Monitor &amp; Computer Images - Pixabay">
            <a:extLst>
              <a:ext uri="{FF2B5EF4-FFF2-40B4-BE49-F238E27FC236}">
                <a16:creationId xmlns:a16="http://schemas.microsoft.com/office/drawing/2014/main" id="{C4ABBD41-AC6F-A913-D888-3474C4AAD26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63902" y="1448857"/>
            <a:ext cx="4338725" cy="3369291"/>
          </a:xfrm>
          <a:prstGeom prst="rect">
            <a:avLst/>
          </a:prstGeom>
          <a:noFill/>
          <a:extLst>
            <a:ext uri="{909E8E84-426E-40DD-AFC4-6F175D3DCCD1}">
              <a14:hiddenFill xmlns:a14="http://schemas.microsoft.com/office/drawing/2010/main">
                <a:solidFill>
                  <a:srgbClr val="FFFFFF"/>
                </a:solidFill>
              </a14:hiddenFill>
            </a:ext>
          </a:extLst>
        </p:spPr>
      </p:pic>
      <p:sp>
        <p:nvSpPr>
          <p:cNvPr id="19" name="Vertical Scroll 18">
            <a:extLst>
              <a:ext uri="{FF2B5EF4-FFF2-40B4-BE49-F238E27FC236}">
                <a16:creationId xmlns:a16="http://schemas.microsoft.com/office/drawing/2014/main" id="{47F652CD-1FB9-555E-34F6-2985CBA7BCB7}"/>
              </a:ext>
            </a:extLst>
          </p:cNvPr>
          <p:cNvSpPr/>
          <p:nvPr/>
        </p:nvSpPr>
        <p:spPr>
          <a:xfrm>
            <a:off x="5577557" y="1844150"/>
            <a:ext cx="1711414" cy="1502904"/>
          </a:xfrm>
          <a:prstGeom prst="verticalScroll">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Questions</a:t>
            </a:r>
          </a:p>
        </p:txBody>
      </p:sp>
      <p:pic>
        <p:nvPicPr>
          <p:cNvPr id="21" name="Audio 20">
            <a:extLst>
              <a:ext uri="{FF2B5EF4-FFF2-40B4-BE49-F238E27FC236}">
                <a16:creationId xmlns:a16="http://schemas.microsoft.com/office/drawing/2014/main" id="{D2A59FB5-B2FB-A384-7C02-68A4B66C5C28}"/>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163300" y="5829300"/>
            <a:ext cx="812800" cy="812800"/>
          </a:xfrm>
          <a:prstGeom prst="rect">
            <a:avLst/>
          </a:prstGeom>
        </p:spPr>
      </p:pic>
    </p:spTree>
    <p:extLst>
      <p:ext uri="{BB962C8B-B14F-4D97-AF65-F5344CB8AC3E}">
        <p14:creationId xmlns:p14="http://schemas.microsoft.com/office/powerpoint/2010/main" val="1795336721"/>
      </p:ext>
    </p:extLst>
  </p:cSld>
  <p:clrMapOvr>
    <a:masterClrMapping/>
  </p:clrMapOvr>
  <mc:AlternateContent xmlns:mc="http://schemas.openxmlformats.org/markup-compatibility/2006">
    <mc:Choice xmlns:p14="http://schemas.microsoft.com/office/powerpoint/2010/main" Requires="p14">
      <p:transition spd="slow" p14:dur="2000" advTm="6344"/>
    </mc:Choice>
    <mc:Fallback>
      <p:transition spd="slow" advTm="63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1"/>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1"/>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No distractions">
            <a:extLst>
              <a:ext uri="{FF2B5EF4-FFF2-40B4-BE49-F238E27FC236}">
                <a16:creationId xmlns:a16="http://schemas.microsoft.com/office/drawing/2014/main" id="{8E7AC92B-020F-49BE-600C-13885690F01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18526" y="2154789"/>
            <a:ext cx="8154948" cy="254842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0" name="Picture 4" descr="Center camera">
            <a:extLst>
              <a:ext uri="{FF2B5EF4-FFF2-40B4-BE49-F238E27FC236}">
                <a16:creationId xmlns:a16="http://schemas.microsoft.com/office/drawing/2014/main" id="{FAC190F2-6AED-B5EB-95E7-9B3E5B3D6FA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74340" y="2154788"/>
            <a:ext cx="9055390" cy="254842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pic>
        <p:nvPicPr>
          <p:cNvPr id="12" name="Picture 6" descr="Turn off monitor">
            <a:extLst>
              <a:ext uri="{FF2B5EF4-FFF2-40B4-BE49-F238E27FC236}">
                <a16:creationId xmlns:a16="http://schemas.microsoft.com/office/drawing/2014/main" id="{731D8912-A5A8-3D39-DC4C-A10106379D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5179" y="2183363"/>
            <a:ext cx="10261642" cy="2548421"/>
          </a:xfrm>
          <a:prstGeom prst="rect">
            <a:avLst/>
          </a:prstGeom>
          <a:ln>
            <a:noFill/>
          </a:ln>
          <a:effectLst>
            <a:outerShdw blurRad="190500" algn="tl" rotWithShape="0">
              <a:srgbClr val="000000">
                <a:alpha val="70000"/>
              </a:srgbClr>
            </a:outerShdw>
          </a:effectLst>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7FC5AF17-4027-C290-13F1-281D7FBCF95A}"/>
              </a:ext>
            </a:extLst>
          </p:cNvPr>
          <p:cNvSpPr txBox="1"/>
          <p:nvPr/>
        </p:nvSpPr>
        <p:spPr>
          <a:xfrm>
            <a:off x="420243" y="1462289"/>
            <a:ext cx="10963585" cy="461665"/>
          </a:xfrm>
          <a:prstGeom prst="rect">
            <a:avLst/>
          </a:prstGeom>
          <a:noFill/>
        </p:spPr>
        <p:txBody>
          <a:bodyPr wrap="square" rtlCol="0">
            <a:spAutoFit/>
          </a:bodyPr>
          <a:lstStyle/>
          <a:p>
            <a:pPr algn="ctr"/>
            <a:r>
              <a:rPr lang="en-US" sz="2400" b="1" dirty="0"/>
              <a:t>Quiet place with minimal distractions (e.g., no toys, siblings, pets, windows)</a:t>
            </a:r>
          </a:p>
        </p:txBody>
      </p:sp>
      <p:sp>
        <p:nvSpPr>
          <p:cNvPr id="2" name="TextBox 1">
            <a:extLst>
              <a:ext uri="{FF2B5EF4-FFF2-40B4-BE49-F238E27FC236}">
                <a16:creationId xmlns:a16="http://schemas.microsoft.com/office/drawing/2014/main" id="{D646C9CD-F4A5-C2AE-0954-B6DF37BF553E}"/>
              </a:ext>
            </a:extLst>
          </p:cNvPr>
          <p:cNvSpPr txBox="1"/>
          <p:nvPr/>
        </p:nvSpPr>
        <p:spPr>
          <a:xfrm>
            <a:off x="550685" y="1462289"/>
            <a:ext cx="10963585" cy="461665"/>
          </a:xfrm>
          <a:prstGeom prst="rect">
            <a:avLst/>
          </a:prstGeom>
          <a:noFill/>
        </p:spPr>
        <p:txBody>
          <a:bodyPr wrap="square" rtlCol="0">
            <a:spAutoFit/>
          </a:bodyPr>
          <a:lstStyle/>
          <a:p>
            <a:pPr algn="ctr"/>
            <a:r>
              <a:rPr lang="en-US" sz="2400" b="1" dirty="0"/>
              <a:t>Webcam should be centered</a:t>
            </a:r>
          </a:p>
        </p:txBody>
      </p:sp>
      <p:sp>
        <p:nvSpPr>
          <p:cNvPr id="4" name="TextBox 3">
            <a:extLst>
              <a:ext uri="{FF2B5EF4-FFF2-40B4-BE49-F238E27FC236}">
                <a16:creationId xmlns:a16="http://schemas.microsoft.com/office/drawing/2014/main" id="{EC497AD2-8615-7459-DA85-4EDCDBA0BFAB}"/>
              </a:ext>
            </a:extLst>
          </p:cNvPr>
          <p:cNvSpPr txBox="1"/>
          <p:nvPr/>
        </p:nvSpPr>
        <p:spPr>
          <a:xfrm>
            <a:off x="677730" y="1458298"/>
            <a:ext cx="10963585" cy="461665"/>
          </a:xfrm>
          <a:prstGeom prst="rect">
            <a:avLst/>
          </a:prstGeom>
          <a:noFill/>
        </p:spPr>
        <p:txBody>
          <a:bodyPr wrap="square" rtlCol="0">
            <a:spAutoFit/>
          </a:bodyPr>
          <a:lstStyle/>
          <a:p>
            <a:pPr algn="ctr"/>
            <a:r>
              <a:rPr lang="en-US" sz="2400" b="1" dirty="0"/>
              <a:t>Use only ONE monitor (turn others off)</a:t>
            </a:r>
          </a:p>
        </p:txBody>
      </p:sp>
      <p:pic>
        <p:nvPicPr>
          <p:cNvPr id="6" name="Audio 5">
            <a:extLst>
              <a:ext uri="{FF2B5EF4-FFF2-40B4-BE49-F238E27FC236}">
                <a16:creationId xmlns:a16="http://schemas.microsoft.com/office/drawing/2014/main" id="{31D06A74-0A0B-65E8-D60E-C029C3F06FF2}"/>
              </a:ext>
            </a:extLst>
          </p:cNvPr>
          <p:cNvPicPr>
            <a:picLocks noChangeAspect="1"/>
          </p:cNvPicPr>
          <p:nvPr>
            <a:audioFile r:link="rId3"/>
            <p:extLst>
              <p:ext uri="{DAA4B4D4-6D71-4841-9C94-3DE7FCFB9230}">
                <p14:media xmlns:p14="http://schemas.microsoft.com/office/powerpoint/2010/main" r:embed="rId2"/>
              </p:ext>
            </p:extLst>
          </p:nvPr>
        </p:nvPicPr>
        <p:blipFill>
          <a:blip r:embed="rId9"/>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695316683"/>
      </p:ext>
    </p:extLst>
  </p:cSld>
  <p:clrMapOvr>
    <a:masterClrMapping/>
  </p:clrMapOvr>
  <mc:AlternateContent xmlns:mc="http://schemas.openxmlformats.org/markup-compatibility/2006">
    <mc:Choice xmlns:p14="http://schemas.microsoft.com/office/powerpoint/2010/main" Requires="p14">
      <p:transition spd="slow" p14:dur="2000" advTm="26357"/>
    </mc:Choice>
    <mc:Fallback>
      <p:transition spd="slow" advTm="2635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23"/>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3"/>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nodeType="clickEffect">
                                  <p:stCondLst>
                                    <p:cond delay="0"/>
                                  </p:stCondLst>
                                  <p:childTnLst>
                                    <p:set>
                                      <p:cBhvr>
                                        <p:cTn id="28" dur="1" fill="hold">
                                          <p:stCondLst>
                                            <p:cond delay="0"/>
                                          </p:stCondLst>
                                        </p:cTn>
                                        <p:tgtEl>
                                          <p:spTgt spid="10"/>
                                        </p:tgtEl>
                                        <p:attrNameLst>
                                          <p:attrName>style.visibility</p:attrName>
                                        </p:attrNameLst>
                                      </p:cBhvr>
                                      <p:to>
                                        <p:strVal val="hidden"/>
                                      </p:to>
                                    </p:set>
                                  </p:childTnLst>
                                </p:cTn>
                              </p:par>
                              <p:par>
                                <p:cTn id="29" presetID="1" presetClass="exit" presetSubtype="0" fill="hold" grpId="1" nodeType="withEffect">
                                  <p:stCondLst>
                                    <p:cond delay="0"/>
                                  </p:stCondLst>
                                  <p:childTnLst>
                                    <p:set>
                                      <p:cBhvr>
                                        <p:cTn id="30" dur="1" fill="hold">
                                          <p:stCondLst>
                                            <p:cond delay="0"/>
                                          </p:stCondLst>
                                        </p:cTn>
                                        <p:tgtEl>
                                          <p:spTgt spid="2"/>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37" fill="hold" display="0">
                  <p:stCondLst>
                    <p:cond delay="indefinite"/>
                  </p:stCondLst>
                  <p:endCondLst>
                    <p:cond evt="onStopAudio" delay="0">
                      <p:tgtEl>
                        <p:sldTgt/>
                      </p:tgtEl>
                    </p:cond>
                  </p:endCondLst>
                </p:cTn>
                <p:tgtEl>
                  <p:spTgt spid="6"/>
                </p:tgtEl>
              </p:cMediaNode>
            </p:audio>
          </p:childTnLst>
        </p:cTn>
      </p:par>
    </p:tnLst>
    <p:bldLst>
      <p:bldP spid="23" grpId="0"/>
      <p:bldP spid="23" grpId="1"/>
      <p:bldP spid="2" grpId="0"/>
      <p:bldP spid="2" grpId="1"/>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60B30D-9950-B0F7-29F0-78C2F749204A}"/>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descr="2,000+ Free Monitor &amp; Computer Images - Pixabay">
            <a:extLst>
              <a:ext uri="{FF2B5EF4-FFF2-40B4-BE49-F238E27FC236}">
                <a16:creationId xmlns:a16="http://schemas.microsoft.com/office/drawing/2014/main" id="{53174226-9C5B-942A-143C-1A3DB8B68B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26637" y="1739067"/>
            <a:ext cx="4338725" cy="33692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Little boy Pointing at Camera Smiling, Portrait Of Infant Boy Seated in  baby chair">
            <a:extLst>
              <a:ext uri="{FF2B5EF4-FFF2-40B4-BE49-F238E27FC236}">
                <a16:creationId xmlns:a16="http://schemas.microsoft.com/office/drawing/2014/main" id="{447F200F-A11A-A3B7-CACB-59379D9A2016}"/>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43" t="396" b="5404"/>
          <a:stretch/>
        </p:blipFill>
        <p:spPr bwMode="auto">
          <a:xfrm>
            <a:off x="4087906" y="1870004"/>
            <a:ext cx="4058980" cy="2038608"/>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CA414F8D-DE51-8B3D-6956-827A26B45F79}"/>
              </a:ext>
            </a:extLst>
          </p:cNvPr>
          <p:cNvSpPr txBox="1"/>
          <p:nvPr/>
        </p:nvSpPr>
        <p:spPr>
          <a:xfrm>
            <a:off x="489516" y="1039206"/>
            <a:ext cx="10963585" cy="461665"/>
          </a:xfrm>
          <a:prstGeom prst="rect">
            <a:avLst/>
          </a:prstGeom>
          <a:noFill/>
        </p:spPr>
        <p:txBody>
          <a:bodyPr wrap="square" rtlCol="0">
            <a:spAutoFit/>
          </a:bodyPr>
          <a:lstStyle/>
          <a:p>
            <a:pPr algn="ctr"/>
            <a:r>
              <a:rPr lang="en-US" sz="2400" b="1" dirty="0"/>
              <a:t>Please avoid interrupting your child’s responses or telling them what to do!</a:t>
            </a:r>
          </a:p>
        </p:txBody>
      </p:sp>
      <p:pic>
        <p:nvPicPr>
          <p:cNvPr id="8" name="Audio 7">
            <a:extLst>
              <a:ext uri="{FF2B5EF4-FFF2-40B4-BE49-F238E27FC236}">
                <a16:creationId xmlns:a16="http://schemas.microsoft.com/office/drawing/2014/main" id="{30DC8BAF-F239-5711-B33E-5F6DE6D4EEDC}"/>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813130773"/>
      </p:ext>
    </p:extLst>
  </p:cSld>
  <p:clrMapOvr>
    <a:masterClrMapping/>
  </p:clrMapOvr>
  <mc:AlternateContent xmlns:mc="http://schemas.openxmlformats.org/markup-compatibility/2006">
    <mc:Choice xmlns:p14="http://schemas.microsoft.com/office/powerpoint/2010/main" Requires="p14">
      <p:transition spd="slow" p14:dur="2000" advTm="26240"/>
    </mc:Choice>
    <mc:Fallback>
      <p:transition spd="slow" advTm="2624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9" fill="hold" display="0">
                  <p:stCondLst>
                    <p:cond delay="indefinite"/>
                  </p:stCondLst>
                  <p:endCondLst>
                    <p:cond evt="onStopAudio" delay="0">
                      <p:tgtEl>
                        <p:sldTgt/>
                      </p:tgtEl>
                    </p:cond>
                  </p:endCondLst>
                </p:cTn>
                <p:tgtEl>
                  <p:spTgt spid="8"/>
                </p:tgtEl>
              </p:cMediaNode>
            </p:audio>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D96E7-F306-8017-DECC-F949A15CCA40}"/>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C22B2C71-031B-1847-AE76-5483CE4CBF46}"/>
              </a:ext>
            </a:extLst>
          </p:cNvPr>
          <p:cNvSpPr txBox="1"/>
          <p:nvPr/>
        </p:nvSpPr>
        <p:spPr>
          <a:xfrm>
            <a:off x="10301046" y="5993245"/>
            <a:ext cx="2242998" cy="461665"/>
          </a:xfrm>
          <a:prstGeom prst="rect">
            <a:avLst/>
          </a:prstGeom>
          <a:noFill/>
        </p:spPr>
        <p:txBody>
          <a:bodyPr wrap="square" rtlCol="0">
            <a:spAutoFit/>
          </a:bodyPr>
          <a:lstStyle/>
          <a:p>
            <a:pPr algn="ctr"/>
            <a:r>
              <a:rPr lang="en-US" sz="2400" b="1" dirty="0"/>
              <a:t>to stop!</a:t>
            </a:r>
          </a:p>
        </p:txBody>
      </p:sp>
      <p:pic>
        <p:nvPicPr>
          <p:cNvPr id="2050" name="Picture 2" descr="Tombol E Keyboard Hitam Foto Stok - Unduh Gambar Sekarang - Alfabet,  Bilangan, Data - iStock">
            <a:extLst>
              <a:ext uri="{FF2B5EF4-FFF2-40B4-BE49-F238E27FC236}">
                <a16:creationId xmlns:a16="http://schemas.microsoft.com/office/drawing/2014/main" id="{9AD692B6-CCBD-3DDE-F4F5-B8235BF0DAEB}"/>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5822" t="7475" r="4551" b="6796"/>
          <a:stretch/>
        </p:blipFill>
        <p:spPr bwMode="auto">
          <a:xfrm>
            <a:off x="9283700" y="5206999"/>
            <a:ext cx="1409700" cy="1346201"/>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0" descr="2,000+ Free Monitor &amp; Computer Images - Pixabay">
            <a:extLst>
              <a:ext uri="{FF2B5EF4-FFF2-40B4-BE49-F238E27FC236}">
                <a16:creationId xmlns:a16="http://schemas.microsoft.com/office/drawing/2014/main" id="{B5261C19-EB77-66C4-C228-B474E694186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26637" y="1744354"/>
            <a:ext cx="4338725" cy="33692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A person holding a baby&#10;&#10;AI-generated content may be incorrect.">
            <a:extLst>
              <a:ext uri="{FF2B5EF4-FFF2-40B4-BE49-F238E27FC236}">
                <a16:creationId xmlns:a16="http://schemas.microsoft.com/office/drawing/2014/main" id="{83CE6A4D-B419-E255-9D8C-F6DF4E0C3DE6}"/>
              </a:ext>
            </a:extLst>
          </p:cNvPr>
          <p:cNvPicPr>
            <a:picLocks noChangeAspect="1"/>
          </p:cNvPicPr>
          <p:nvPr/>
        </p:nvPicPr>
        <p:blipFill>
          <a:blip r:embed="rId8"/>
          <a:stretch>
            <a:fillRect/>
          </a:stretch>
        </p:blipFill>
        <p:spPr>
          <a:xfrm>
            <a:off x="4904507" y="1936172"/>
            <a:ext cx="2382983" cy="1936174"/>
          </a:xfrm>
          <a:prstGeom prst="rect">
            <a:avLst/>
          </a:prstGeom>
        </p:spPr>
      </p:pic>
      <p:sp>
        <p:nvSpPr>
          <p:cNvPr id="6" name="TextBox 5">
            <a:extLst>
              <a:ext uri="{FF2B5EF4-FFF2-40B4-BE49-F238E27FC236}">
                <a16:creationId xmlns:a16="http://schemas.microsoft.com/office/drawing/2014/main" id="{C377DADF-7FCB-6380-F535-2F4E330F2AA1}"/>
              </a:ext>
            </a:extLst>
          </p:cNvPr>
          <p:cNvSpPr txBox="1"/>
          <p:nvPr/>
        </p:nvSpPr>
        <p:spPr>
          <a:xfrm>
            <a:off x="489516" y="1039206"/>
            <a:ext cx="10963585" cy="461665"/>
          </a:xfrm>
          <a:prstGeom prst="rect">
            <a:avLst/>
          </a:prstGeom>
          <a:noFill/>
        </p:spPr>
        <p:txBody>
          <a:bodyPr wrap="square" rtlCol="0">
            <a:spAutoFit/>
          </a:bodyPr>
          <a:lstStyle/>
          <a:p>
            <a:pPr algn="ctr"/>
            <a:r>
              <a:rPr lang="en-US" sz="2400" b="1" dirty="0"/>
              <a:t>Please make sure your child’s face is the only face on the screen!</a:t>
            </a:r>
          </a:p>
        </p:txBody>
      </p:sp>
      <p:pic>
        <p:nvPicPr>
          <p:cNvPr id="3" name="Picture 2" descr="Little boy Pointing at Camera Smiling, Portrait Of Infant Boy Seated in  baby chair">
            <a:extLst>
              <a:ext uri="{FF2B5EF4-FFF2-40B4-BE49-F238E27FC236}">
                <a16:creationId xmlns:a16="http://schemas.microsoft.com/office/drawing/2014/main" id="{13AC14E4-ECE3-B54C-FA33-9D94F22A129E}"/>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1043" t="396" b="5404"/>
          <a:stretch/>
        </p:blipFill>
        <p:spPr bwMode="auto">
          <a:xfrm>
            <a:off x="4066508" y="1884955"/>
            <a:ext cx="4058980" cy="2038608"/>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2BB3285-AC6B-8AC0-9152-7F127ECCB4E2}"/>
              </a:ext>
            </a:extLst>
          </p:cNvPr>
          <p:cNvSpPr txBox="1"/>
          <p:nvPr/>
        </p:nvSpPr>
        <p:spPr>
          <a:xfrm>
            <a:off x="234355" y="1039205"/>
            <a:ext cx="11723286" cy="461665"/>
          </a:xfrm>
          <a:prstGeom prst="rect">
            <a:avLst/>
          </a:prstGeom>
          <a:noFill/>
        </p:spPr>
        <p:txBody>
          <a:bodyPr wrap="square" rtlCol="0">
            <a:spAutoFit/>
          </a:bodyPr>
          <a:lstStyle/>
          <a:p>
            <a:pPr algn="ctr"/>
            <a:r>
              <a:rPr lang="en-US" sz="2400" b="1" dirty="0"/>
              <a:t>Option 1: Your child can sit on a high chair in front of the camera by themselves!</a:t>
            </a:r>
          </a:p>
        </p:txBody>
      </p:sp>
      <p:sp>
        <p:nvSpPr>
          <p:cNvPr id="36" name="TextBox 35">
            <a:extLst>
              <a:ext uri="{FF2B5EF4-FFF2-40B4-BE49-F238E27FC236}">
                <a16:creationId xmlns:a16="http://schemas.microsoft.com/office/drawing/2014/main" id="{246FF4B8-2DFC-4DD0-7962-248469E6AE39}"/>
              </a:ext>
            </a:extLst>
          </p:cNvPr>
          <p:cNvSpPr txBox="1"/>
          <p:nvPr/>
        </p:nvSpPr>
        <p:spPr>
          <a:xfrm>
            <a:off x="738899" y="1039205"/>
            <a:ext cx="10963585" cy="461665"/>
          </a:xfrm>
          <a:prstGeom prst="rect">
            <a:avLst/>
          </a:prstGeom>
          <a:noFill/>
        </p:spPr>
        <p:txBody>
          <a:bodyPr wrap="square" rtlCol="0">
            <a:spAutoFit/>
          </a:bodyPr>
          <a:lstStyle/>
          <a:p>
            <a:pPr algn="ctr"/>
            <a:r>
              <a:rPr lang="en-US" sz="2400" b="1" dirty="0"/>
              <a:t>Option 2: You can hold your child over your shoulder while facing away!</a:t>
            </a:r>
          </a:p>
        </p:txBody>
      </p:sp>
      <p:pic>
        <p:nvPicPr>
          <p:cNvPr id="12" name="Audio 11">
            <a:extLst>
              <a:ext uri="{FF2B5EF4-FFF2-40B4-BE49-F238E27FC236}">
                <a16:creationId xmlns:a16="http://schemas.microsoft.com/office/drawing/2014/main" id="{28CE4B66-A957-6A71-17C5-3A0BC001694D}"/>
              </a:ext>
            </a:extLst>
          </p:cNvPr>
          <p:cNvPicPr>
            <a:picLocks noChangeAspect="1"/>
          </p:cNvPicPr>
          <p:nvPr>
            <a:audioFile r:link="rId3"/>
            <p:extLst>
              <p:ext uri="{DAA4B4D4-6D71-4841-9C94-3DE7FCFB9230}">
                <p14:media xmlns:p14="http://schemas.microsoft.com/office/powerpoint/2010/main" r:embed="rId2"/>
              </p:ext>
            </p:extLst>
          </p:nvPr>
        </p:nvPicPr>
        <p:blipFill>
          <a:blip r:embed="rId10"/>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2186750522"/>
      </p:ext>
    </p:extLst>
  </p:cSld>
  <p:clrMapOvr>
    <a:masterClrMapping/>
  </p:clrMapOvr>
  <mc:AlternateContent xmlns:mc="http://schemas.openxmlformats.org/markup-compatibility/2006">
    <mc:Choice xmlns:p14="http://schemas.microsoft.com/office/powerpoint/2010/main" Requires="p14">
      <p:transition spd="slow" p14:dur="2000" advTm="57578"/>
    </mc:Choice>
    <mc:Fallback>
      <p:transition spd="slow" advTm="5757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1" nodeType="clickEffect">
                                  <p:stCondLst>
                                    <p:cond delay="0"/>
                                  </p:stCondLst>
                                  <p:childTnLst>
                                    <p:set>
                                      <p:cBhvr>
                                        <p:cTn id="14" dur="1" fill="hold">
                                          <p:stCondLst>
                                            <p:cond delay="0"/>
                                          </p:stCondLst>
                                        </p:cTn>
                                        <p:tgtEl>
                                          <p:spTgt spid="6"/>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3"/>
                                        </p:tgtEl>
                                        <p:attrNameLst>
                                          <p:attrName>style.visibility</p:attrName>
                                        </p:attrNameLst>
                                      </p:cBhvr>
                                      <p:to>
                                        <p:strVal val="hidden"/>
                                      </p:to>
                                    </p:set>
                                  </p:childTnLst>
                                </p:cTn>
                              </p:par>
                              <p:par>
                                <p:cTn id="25" presetID="1" presetClass="entr" presetSubtype="0" fill="hold" nodeType="with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xit" presetSubtype="0" fill="hold" grpId="1" nodeType="clickEffect">
                                  <p:stCondLst>
                                    <p:cond delay="0"/>
                                  </p:stCondLst>
                                  <p:childTnLst>
                                    <p:set>
                                      <p:cBhvr>
                                        <p:cTn id="32" dur="1" fill="hold">
                                          <p:stCondLst>
                                            <p:cond delay="0"/>
                                          </p:stCondLst>
                                        </p:cTn>
                                        <p:tgtEl>
                                          <p:spTgt spid="36"/>
                                        </p:tgtEl>
                                        <p:attrNameLst>
                                          <p:attrName>style.visibility</p:attrName>
                                        </p:attrNameLst>
                                      </p:cBhvr>
                                      <p:to>
                                        <p:strVal val="hidden"/>
                                      </p:to>
                                    </p:set>
                                  </p:childTnLst>
                                </p:cTn>
                              </p:par>
                              <p:par>
                                <p:cTn id="33" presetID="1" presetClass="entr" presetSubtype="0" fill="hold" grpId="2" nodeType="withEffect">
                                  <p:stCondLst>
                                    <p:cond delay="0"/>
                                  </p:stCondLst>
                                  <p:childTnLst>
                                    <p:set>
                                      <p:cBhvr>
                                        <p:cTn id="34" dur="1" fill="hold">
                                          <p:stCondLst>
                                            <p:cond delay="0"/>
                                          </p:stCondLst>
                                        </p:cTn>
                                        <p:tgtEl>
                                          <p:spTgt spid="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05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43" fill="hold" display="0">
                  <p:stCondLst>
                    <p:cond delay="indefinite"/>
                  </p:stCondLst>
                  <p:endCondLst>
                    <p:cond evt="onStopAudio" delay="0">
                      <p:tgtEl>
                        <p:sldTgt/>
                      </p:tgtEl>
                    </p:cond>
                  </p:endCondLst>
                </p:cTn>
                <p:tgtEl>
                  <p:spTgt spid="12"/>
                </p:tgtEl>
              </p:cMediaNode>
            </p:audio>
          </p:childTnLst>
        </p:cTn>
      </p:par>
    </p:tnLst>
    <p:bldLst>
      <p:bldP spid="18" grpId="0"/>
      <p:bldP spid="6" grpId="0"/>
      <p:bldP spid="6" grpId="1"/>
      <p:bldP spid="6" grpId="2"/>
      <p:bldP spid="35" grpId="0"/>
      <p:bldP spid="35" grpId="1"/>
      <p:bldP spid="36" grpId="0"/>
      <p:bldP spid="36" grpId="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6EEC7-7E58-BB05-F865-36A281ECD721}"/>
            </a:ext>
          </a:extLst>
        </p:cNvPr>
        <p:cNvGrpSpPr/>
        <p:nvPr/>
      </p:nvGrpSpPr>
      <p:grpSpPr>
        <a:xfrm>
          <a:off x="0" y="0"/>
          <a:ext cx="0" cy="0"/>
          <a:chOff x="0" y="0"/>
          <a:chExt cx="0" cy="0"/>
        </a:xfrm>
      </p:grpSpPr>
      <p:pic>
        <p:nvPicPr>
          <p:cNvPr id="9" name="Picture 8" descr="A baby pointing at a computer screen&#10;&#10;AI-generated content may be incorrect.">
            <a:extLst>
              <a:ext uri="{FF2B5EF4-FFF2-40B4-BE49-F238E27FC236}">
                <a16:creationId xmlns:a16="http://schemas.microsoft.com/office/drawing/2014/main" id="{71323DD5-3D74-6F2A-839C-5BEE615425DF}"/>
              </a:ext>
            </a:extLst>
          </p:cNvPr>
          <p:cNvPicPr>
            <a:picLocks noChangeAspect="1"/>
          </p:cNvPicPr>
          <p:nvPr/>
        </p:nvPicPr>
        <p:blipFill>
          <a:blip r:embed="rId6"/>
          <a:stretch>
            <a:fillRect/>
          </a:stretch>
        </p:blipFill>
        <p:spPr>
          <a:xfrm>
            <a:off x="0" y="0"/>
            <a:ext cx="12192000" cy="6858000"/>
          </a:xfrm>
          <a:prstGeom prst="rect">
            <a:avLst/>
          </a:prstGeom>
          <a:ln w="228600" cap="sq" cmpd="thickThin">
            <a:solidFill>
              <a:srgbClr val="000000"/>
            </a:solidFill>
            <a:prstDash val="solid"/>
            <a:miter lim="800000"/>
          </a:ln>
          <a:effectLst>
            <a:innerShdw blurRad="76200">
              <a:srgbClr val="000000"/>
            </a:innerShdw>
          </a:effectLst>
        </p:spPr>
      </p:pic>
      <p:sp>
        <p:nvSpPr>
          <p:cNvPr id="5" name="TextBox 4">
            <a:extLst>
              <a:ext uri="{FF2B5EF4-FFF2-40B4-BE49-F238E27FC236}">
                <a16:creationId xmlns:a16="http://schemas.microsoft.com/office/drawing/2014/main" id="{0F93493B-19DA-9C51-DF1D-36226897DE9E}"/>
              </a:ext>
            </a:extLst>
          </p:cNvPr>
          <p:cNvSpPr txBox="1"/>
          <p:nvPr/>
        </p:nvSpPr>
        <p:spPr>
          <a:xfrm>
            <a:off x="6286500" y="5529355"/>
            <a:ext cx="5746750" cy="1193801"/>
          </a:xfrm>
          <a:prstGeom prst="roundRect">
            <a:avLst/>
          </a:prstGeom>
          <a:solidFill>
            <a:srgbClr val="FFFFFF">
              <a:alpha val="69804"/>
            </a:srgbClr>
          </a:solidFill>
          <a:ln>
            <a:solidFill>
              <a:schemeClr val="tx1"/>
            </a:solidFill>
          </a:ln>
        </p:spPr>
        <p:txBody>
          <a:bodyPr wrap="square" rtlCol="0" anchor="ctr">
            <a:noAutofit/>
          </a:bodyPr>
          <a:lstStyle/>
          <a:p>
            <a:pPr algn="ctr"/>
            <a:r>
              <a:rPr lang="en-US" sz="2400" b="1" dirty="0"/>
              <a:t>Press ‘continue’ to start!</a:t>
            </a:r>
            <a:br>
              <a:rPr lang="en-US" sz="2400" b="1" dirty="0"/>
            </a:br>
            <a:r>
              <a:rPr lang="en-US" sz="2400" b="1" dirty="0"/>
              <a:t>We hope you and your child have fun!</a:t>
            </a:r>
            <a:endParaRPr lang="en-US" sz="2400" b="1" u="sng" dirty="0"/>
          </a:p>
        </p:txBody>
      </p:sp>
      <p:pic>
        <p:nvPicPr>
          <p:cNvPr id="6" name="Audio 5">
            <a:extLst>
              <a:ext uri="{FF2B5EF4-FFF2-40B4-BE49-F238E27FC236}">
                <a16:creationId xmlns:a16="http://schemas.microsoft.com/office/drawing/2014/main" id="{97082BD0-0874-D189-B166-91E7AF409C2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11163300" y="5829300"/>
            <a:ext cx="812800" cy="812800"/>
          </a:xfrm>
          <a:prstGeom prst="rect">
            <a:avLst/>
          </a:prstGeom>
        </p:spPr>
      </p:pic>
    </p:spTree>
    <p:custDataLst>
      <p:tags r:id="rId1"/>
    </p:custDataLst>
    <p:extLst>
      <p:ext uri="{BB962C8B-B14F-4D97-AF65-F5344CB8AC3E}">
        <p14:creationId xmlns:p14="http://schemas.microsoft.com/office/powerpoint/2010/main" val="3024499045"/>
      </p:ext>
    </p:extLst>
  </p:cSld>
  <p:clrMapOvr>
    <a:masterClrMapping/>
  </p:clrMapOvr>
  <mc:AlternateContent xmlns:mc="http://schemas.openxmlformats.org/markup-compatibility/2006">
    <mc:Choice xmlns:p14="http://schemas.microsoft.com/office/powerpoint/2010/main" Requires="p14">
      <p:transition spd="slow" p14:dur="2000" advTm="7690"/>
    </mc:Choice>
    <mc:Fallback>
      <p:transition spd="slow" advTm="7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xit" presetSubtype="0" fill="hold" grpId="1" nodeType="with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1" presetClass="entr" presetSubtype="0" fill="hold" grpId="2"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13" fill="hold" display="0">
                  <p:stCondLst>
                    <p:cond delay="indefinite"/>
                  </p:stCondLst>
                  <p:endCondLst>
                    <p:cond evt="onStopAudio" delay="0">
                      <p:tgtEl>
                        <p:sldTgt/>
                      </p:tgtEl>
                    </p:cond>
                  </p:endCondLst>
                </p:cTn>
                <p:tgtEl>
                  <p:spTgt spid="6"/>
                </p:tgtEl>
              </p:cMediaNode>
            </p:audio>
          </p:childTnLst>
        </p:cTn>
      </p:par>
    </p:tnLst>
    <p:bldLst>
      <p:bldP spid="5" grpId="0" animBg="1"/>
      <p:bldP spid="5" grpId="1" animBg="1"/>
      <p:bldP spid="5" grpId="2"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5.9"/>
</p:tagLst>
</file>

<file path=ppt/tags/tag2.xml><?xml version="1.0" encoding="utf-8"?>
<p:tagLst xmlns:a="http://schemas.openxmlformats.org/drawingml/2006/main" xmlns:r="http://schemas.openxmlformats.org/officeDocument/2006/relationships" xmlns:p="http://schemas.openxmlformats.org/presentationml/2006/main">
  <p:tag name="TIMING" val="|1|5.4|2.7"/>
</p:tagLst>
</file>

<file path=ppt/tags/tag3.xml><?xml version="1.0" encoding="utf-8"?>
<p:tagLst xmlns:a="http://schemas.openxmlformats.org/drawingml/2006/main" xmlns:r="http://schemas.openxmlformats.org/officeDocument/2006/relationships" xmlns:p="http://schemas.openxmlformats.org/presentationml/2006/main">
  <p:tag name="TIMING" val="|5|6.9|7.5|14.7"/>
</p:tagLst>
</file>

<file path=ppt/tags/tag4.xml><?xml version="1.0" encoding="utf-8"?>
<p:tagLst xmlns:a="http://schemas.openxmlformats.org/drawingml/2006/main" xmlns:r="http://schemas.openxmlformats.org/officeDocument/2006/relationships" xmlns:p="http://schemas.openxmlformats.org/presentationml/2006/main">
  <p:tag name="TIMING" val="|6.1|7.4|0.6|4.5|0.8"/>
</p:tagLst>
</file>

<file path=ppt/tags/tag5.xml><?xml version="1.0" encoding="utf-8"?>
<p:tagLst xmlns:a="http://schemas.openxmlformats.org/drawingml/2006/main" xmlns:r="http://schemas.openxmlformats.org/officeDocument/2006/relationships" xmlns:p="http://schemas.openxmlformats.org/presentationml/2006/main">
  <p:tag name="TIMING" val="|6.2|5.5|6.5|1.4|3.8|2.1|7.3|13.3|8.2"/>
</p:tagLst>
</file>

<file path=ppt/tags/tag6.xml><?xml version="1.0" encoding="utf-8"?>
<p:tagLst xmlns:a="http://schemas.openxmlformats.org/drawingml/2006/main" xmlns:r="http://schemas.openxmlformats.org/officeDocument/2006/relationships" xmlns:p="http://schemas.openxmlformats.org/presentationml/2006/main">
  <p:tag name="TIMING" val="|1.6|13.5|1.3|11|12.2|13.1"/>
</p:tagLst>
</file>

<file path=ppt/tags/tag7.xml><?xml version="1.0" encoding="utf-8"?>
<p:tagLst xmlns:a="http://schemas.openxmlformats.org/drawingml/2006/main" xmlns:r="http://schemas.openxmlformats.org/officeDocument/2006/relationships" xmlns:p="http://schemas.openxmlformats.org/presentationml/2006/main">
  <p:tag name="TIMING" val="|6.2|5.5|6.5|1.4|3.8|2.1|7.3|13.3|8.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608</TotalTime>
  <Words>751</Words>
  <Application>Microsoft Macintosh PowerPoint</Application>
  <PresentationFormat>Widescreen</PresentationFormat>
  <Paragraphs>55</Paragraphs>
  <Slides>8</Slides>
  <Notes>8</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Adani Bennett Abutto</dc:creator>
  <cp:lastModifiedBy>Adani Bennett Abutto</cp:lastModifiedBy>
  <cp:revision>344</cp:revision>
  <dcterms:created xsi:type="dcterms:W3CDTF">2025-03-06T19:57:43Z</dcterms:created>
  <dcterms:modified xsi:type="dcterms:W3CDTF">2025-12-17T23:53:57Z</dcterms:modified>
</cp:coreProperties>
</file>